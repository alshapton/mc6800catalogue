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83" d="100"/>
          <a:sy n="83" d="100"/>
        </p:scale>
        <p:origin x="24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22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1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49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28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2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56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2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4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6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4A476-2D87-0F46-8F75-BA40CBD6C01F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1AE9C-3DF4-B642-BB6F-0F8BA2D1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8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63951EC-D3AC-4A31-D14C-33030FC8C010}"/>
              </a:ext>
            </a:extLst>
          </p:cNvPr>
          <p:cNvGrpSpPr/>
          <p:nvPr/>
        </p:nvGrpSpPr>
        <p:grpSpPr>
          <a:xfrm>
            <a:off x="0" y="8643978"/>
            <a:ext cx="7927383" cy="1304441"/>
            <a:chOff x="0" y="3649353"/>
            <a:chExt cx="7927383" cy="130444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23C3F90-9BA7-6436-81CB-1AB51988828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029264-043F-4DCA-5D22-9FA5D026D516}"/>
                </a:ext>
              </a:extLst>
            </p:cNvPr>
            <p:cNvSpPr txBox="1"/>
            <p:nvPr/>
          </p:nvSpPr>
          <p:spPr>
            <a:xfrm>
              <a:off x="1069383" y="3722291"/>
              <a:ext cx="68580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M68MM15C High Level </a:t>
              </a:r>
            </a:p>
            <a:p>
              <a:r>
                <a:rPr lang="en-US" sz="3600" dirty="0"/>
                <a:t>D/A Micromodule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1A1CF22-D891-B9EA-75DB-CAB3E2CE3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1283581-1CEE-3F22-8BC5-A7C35F9BFFB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546FF3-19DF-CE8C-E199-D2DE053E2539}"/>
              </a:ext>
            </a:extLst>
          </p:cNvPr>
          <p:cNvGrpSpPr/>
          <p:nvPr/>
        </p:nvGrpSpPr>
        <p:grpSpPr>
          <a:xfrm>
            <a:off x="0" y="7339537"/>
            <a:ext cx="7927383" cy="1313475"/>
            <a:chOff x="0" y="3649353"/>
            <a:chExt cx="7927383" cy="1313475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07917F-3094-1428-A201-5EF54905F6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DB9350-0C6B-855E-08C3-84F98B8EF121}"/>
                </a:ext>
              </a:extLst>
            </p:cNvPr>
            <p:cNvSpPr txBox="1"/>
            <p:nvPr/>
          </p:nvSpPr>
          <p:spPr>
            <a:xfrm>
              <a:off x="1069383" y="3762499"/>
              <a:ext cx="68580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M68MM16 </a:t>
              </a:r>
              <a:r>
                <a:rPr lang="en-US" sz="3500" dirty="0"/>
                <a:t>Memory-I/O-Timer </a:t>
              </a:r>
              <a:r>
                <a:rPr lang="en-US" sz="3600" dirty="0"/>
                <a:t>Micromodule 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FB01DDB-CB52-6C7E-8534-211D47EE3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718FB4-06CF-8487-339D-374B8D9D61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F19C63C-30CB-4A10-DB71-20610CF3BC5D}"/>
              </a:ext>
            </a:extLst>
          </p:cNvPr>
          <p:cNvGrpSpPr/>
          <p:nvPr/>
        </p:nvGrpSpPr>
        <p:grpSpPr>
          <a:xfrm>
            <a:off x="0" y="6036523"/>
            <a:ext cx="7927383" cy="1304441"/>
            <a:chOff x="0" y="3649353"/>
            <a:chExt cx="7927383" cy="130444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3866061-C543-F871-FE37-85969A3D129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924CE8-9DA3-15E9-2FC5-F7257BC4DF3B}"/>
                </a:ext>
              </a:extLst>
            </p:cNvPr>
            <p:cNvSpPr txBox="1"/>
            <p:nvPr/>
          </p:nvSpPr>
          <p:spPr>
            <a:xfrm>
              <a:off x="1069383" y="3784542"/>
              <a:ext cx="685800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M68MMCC10 Card Cage</a:t>
              </a:r>
            </a:p>
            <a:p>
              <a:r>
                <a:rPr lang="en-US" sz="3200" dirty="0"/>
                <a:t>(10 Cards)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743668D-6F74-B0B6-F32D-6892E13E9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187AB77-7FC6-ED8C-40D1-9B3EF17C50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B501E0-895C-0CC0-4D2B-CFE4D20E9CFF}"/>
              </a:ext>
            </a:extLst>
          </p:cNvPr>
          <p:cNvGrpSpPr/>
          <p:nvPr/>
        </p:nvGrpSpPr>
        <p:grpSpPr>
          <a:xfrm>
            <a:off x="0" y="4732082"/>
            <a:ext cx="7927383" cy="1304441"/>
            <a:chOff x="0" y="3649353"/>
            <a:chExt cx="7927383" cy="130444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4804050-384A-4983-5AEC-AF8C7EA58E6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13E45C-A081-0F30-4DFC-A2546E575E1C}"/>
                </a:ext>
              </a:extLst>
            </p:cNvPr>
            <p:cNvSpPr txBox="1"/>
            <p:nvPr/>
          </p:nvSpPr>
          <p:spPr>
            <a:xfrm>
              <a:off x="1069383" y="3743950"/>
              <a:ext cx="68580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Demonstrator equipment for </a:t>
              </a:r>
            </a:p>
            <a:p>
              <a:r>
                <a:rPr lang="en-US" sz="3600" dirty="0"/>
                <a:t>the 6800 microprocessor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DE2D5DA-5F77-1BE1-6E3F-C1482B033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8BCFFB-3370-83BB-8201-5379420759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2748DBA-554F-1FA5-787A-537EAEE9DA64}"/>
              </a:ext>
            </a:extLst>
          </p:cNvPr>
          <p:cNvGrpSpPr/>
          <p:nvPr/>
        </p:nvGrpSpPr>
        <p:grpSpPr>
          <a:xfrm>
            <a:off x="0" y="3436030"/>
            <a:ext cx="7927383" cy="1304441"/>
            <a:chOff x="0" y="3649353"/>
            <a:chExt cx="7927383" cy="13044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04B4F80-53A4-3B29-1337-5D8D1C86E6F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2929FB1-0684-5022-65DE-F6E47E9208E5}"/>
                </a:ext>
              </a:extLst>
            </p:cNvPr>
            <p:cNvSpPr txBox="1"/>
            <p:nvPr/>
          </p:nvSpPr>
          <p:spPr>
            <a:xfrm>
              <a:off x="1069383" y="3995155"/>
              <a:ext cx="6858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MEK6800D2 Development board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AB69630-5394-1932-BA9E-72667E6C6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94CE7D0-9390-67F2-C26E-CD30B275732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E6D192A-B120-8FB7-985C-8F2FDF45C872}"/>
              </a:ext>
            </a:extLst>
          </p:cNvPr>
          <p:cNvGrpSpPr/>
          <p:nvPr/>
        </p:nvGrpSpPr>
        <p:grpSpPr>
          <a:xfrm>
            <a:off x="0" y="2131589"/>
            <a:ext cx="7927383" cy="1304441"/>
            <a:chOff x="0" y="3649353"/>
            <a:chExt cx="7927383" cy="130444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CFA517-0F30-4988-8445-A042741919B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D342D8-D1AB-FD97-EFFA-0A46F1818B2D}"/>
                </a:ext>
              </a:extLst>
            </p:cNvPr>
            <p:cNvSpPr txBox="1"/>
            <p:nvPr/>
          </p:nvSpPr>
          <p:spPr>
            <a:xfrm>
              <a:off x="1069383" y="4023218"/>
              <a:ext cx="6858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MEX6800-1 M6800 MPU Module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624F6D0-52D2-2D66-CDF2-6161FC95C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7F20876-DC5E-2BBD-8218-4B010795E5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39E26B-D769-94B2-12BA-1121B97C7914}"/>
              </a:ext>
            </a:extLst>
          </p:cNvPr>
          <p:cNvGrpSpPr/>
          <p:nvPr/>
        </p:nvGrpSpPr>
        <p:grpSpPr>
          <a:xfrm>
            <a:off x="0" y="828575"/>
            <a:ext cx="7927383" cy="1304441"/>
            <a:chOff x="0" y="3649353"/>
            <a:chExt cx="7927383" cy="130444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DF2FF42-FCAB-7BD6-8BB3-6699A5B169E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3D29349-573D-1C8A-D278-0537EB383BF9}"/>
                </a:ext>
              </a:extLst>
            </p:cNvPr>
            <p:cNvSpPr txBox="1"/>
            <p:nvPr/>
          </p:nvSpPr>
          <p:spPr>
            <a:xfrm>
              <a:off x="1069383" y="3767759"/>
              <a:ext cx="685800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MEX6816-22D 16K Dynamic </a:t>
              </a:r>
              <a:r>
                <a:rPr lang="en-US" sz="2800" dirty="0"/>
                <a:t>RAM</a:t>
              </a:r>
              <a:r>
                <a:rPr lang="en-US" sz="3200" dirty="0"/>
                <a:t> Micromodule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C36A58A-EABD-9CE6-5CFF-95E78353C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F3A0372-C942-5DFB-2155-324E616C13B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946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33013-FB54-71EA-8071-E61A0D38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3801781-02A8-C9B5-13AC-47C947124E10}"/>
              </a:ext>
            </a:extLst>
          </p:cNvPr>
          <p:cNvGrpSpPr/>
          <p:nvPr/>
        </p:nvGrpSpPr>
        <p:grpSpPr>
          <a:xfrm>
            <a:off x="0" y="8643978"/>
            <a:ext cx="7927383" cy="1304441"/>
            <a:chOff x="0" y="3649353"/>
            <a:chExt cx="7927383" cy="130444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9E4D0-2D0A-C6EA-D52A-F21027F8022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DB68DC-B559-134B-E4CA-D23D08DE1C98}"/>
                </a:ext>
              </a:extLst>
            </p:cNvPr>
            <p:cNvSpPr txBox="1"/>
            <p:nvPr/>
          </p:nvSpPr>
          <p:spPr>
            <a:xfrm>
              <a:off x="1069383" y="3722291"/>
              <a:ext cx="685800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HEP </a:t>
              </a:r>
              <a:r>
                <a:rPr lang="en-US" sz="3200" dirty="0" err="1"/>
                <a:t>EducatorKit</a:t>
              </a:r>
              <a:r>
                <a:rPr lang="en-US" sz="3200" dirty="0"/>
                <a:t>-II </a:t>
              </a:r>
            </a:p>
            <a:p>
              <a:r>
                <a:rPr lang="en-US" sz="3200" dirty="0"/>
                <a:t>inc. Power Supply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14C7E2-EC56-E404-D9B6-EDF5769CA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A575F07-6F50-24ED-AEFA-1A3FF8DAFDE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03DAF4-01BC-455D-EA27-2C3C8D546053}"/>
              </a:ext>
            </a:extLst>
          </p:cNvPr>
          <p:cNvGrpSpPr/>
          <p:nvPr/>
        </p:nvGrpSpPr>
        <p:grpSpPr>
          <a:xfrm>
            <a:off x="0" y="7339537"/>
            <a:ext cx="7927383" cy="1304441"/>
            <a:chOff x="0" y="3649353"/>
            <a:chExt cx="7927383" cy="130444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0C67363-D4F6-A718-E44A-299C3C9B636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FCE9CD-C96E-80EA-9CEC-6BE7E43DC92D}"/>
                </a:ext>
              </a:extLst>
            </p:cNvPr>
            <p:cNvSpPr txBox="1"/>
            <p:nvPr/>
          </p:nvSpPr>
          <p:spPr>
            <a:xfrm>
              <a:off x="1069383" y="3713031"/>
              <a:ext cx="68580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Full ASCII Keyboard inc.</a:t>
              </a:r>
            </a:p>
            <a:p>
              <a:r>
                <a:rPr lang="en-US" sz="3600" dirty="0"/>
                <a:t>Keyboard Enclosure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C75B432-3CAC-2C68-1F07-0373C9BFA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59CE17-A6E6-C8E0-67E4-272F7E2FBB1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5109D7-3707-98C0-C43A-FAB8051A89A5}"/>
              </a:ext>
            </a:extLst>
          </p:cNvPr>
          <p:cNvGrpSpPr/>
          <p:nvPr/>
        </p:nvGrpSpPr>
        <p:grpSpPr>
          <a:xfrm>
            <a:off x="0" y="6036523"/>
            <a:ext cx="7927383" cy="1304441"/>
            <a:chOff x="0" y="3649353"/>
            <a:chExt cx="7927383" cy="130444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642FE5B-10CA-38C5-E9D6-20A076856F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A3AB6D3-136C-4797-8229-F9E139EEA209}"/>
                </a:ext>
              </a:extLst>
            </p:cNvPr>
            <p:cNvSpPr txBox="1"/>
            <p:nvPr/>
          </p:nvSpPr>
          <p:spPr>
            <a:xfrm>
              <a:off x="1069383" y="3784542"/>
              <a:ext cx="685800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M68MM04A ROM/EPROM Micromodule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110A0E4-EAE7-9DBD-29A9-2822C6084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BAF7613-DE3D-CB22-DDF8-E1EB71CAAA4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1D06E5-FF34-7F66-25EB-B7D4A2868979}"/>
              </a:ext>
            </a:extLst>
          </p:cNvPr>
          <p:cNvGrpSpPr/>
          <p:nvPr/>
        </p:nvGrpSpPr>
        <p:grpSpPr>
          <a:xfrm>
            <a:off x="0" y="4732082"/>
            <a:ext cx="7927383" cy="1304441"/>
            <a:chOff x="0" y="3649353"/>
            <a:chExt cx="7927383" cy="130444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1F0392E-50E9-0523-EACC-6A3A5590A57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F2DCBC-3186-962A-F006-5A89C26BB063}"/>
                </a:ext>
              </a:extLst>
            </p:cNvPr>
            <p:cNvSpPr txBox="1"/>
            <p:nvPr/>
          </p:nvSpPr>
          <p:spPr>
            <a:xfrm>
              <a:off x="1069383" y="3743950"/>
              <a:ext cx="685800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M68MM12 GPIB Interface Micromodule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C538D6E-E5EF-EA4F-A200-C30DDA88C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9D3E645-9A13-BCCA-E014-AA185DEF527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F08D9B4-3263-1334-0DD7-4C80D4A4546D}"/>
              </a:ext>
            </a:extLst>
          </p:cNvPr>
          <p:cNvGrpSpPr/>
          <p:nvPr/>
        </p:nvGrpSpPr>
        <p:grpSpPr>
          <a:xfrm>
            <a:off x="0" y="3436030"/>
            <a:ext cx="7927383" cy="1304441"/>
            <a:chOff x="0" y="3649353"/>
            <a:chExt cx="7927383" cy="13044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A2F985E-ADFE-EA79-EBA3-CF1BDF294B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1560C98-C979-F1A9-1A82-A8A54DB512BB}"/>
                </a:ext>
              </a:extLst>
            </p:cNvPr>
            <p:cNvSpPr txBox="1"/>
            <p:nvPr/>
          </p:nvSpPr>
          <p:spPr>
            <a:xfrm>
              <a:off x="1069383" y="3840739"/>
              <a:ext cx="685800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M68MM15A High Level 16 </a:t>
              </a:r>
            </a:p>
            <a:p>
              <a:r>
                <a:rPr lang="en-US" sz="3200" dirty="0"/>
                <a:t>Channel A/D Micromodule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0B04066-268B-2455-9535-DAB1A7E4A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2C15DE9-9B38-EFF7-3086-E39FB2FCCB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DF7AE9-28A5-21A5-EBA8-8FA666C94EBA}"/>
              </a:ext>
            </a:extLst>
          </p:cNvPr>
          <p:cNvGrpSpPr/>
          <p:nvPr/>
        </p:nvGrpSpPr>
        <p:grpSpPr>
          <a:xfrm>
            <a:off x="0" y="2131589"/>
            <a:ext cx="7927383" cy="1304441"/>
            <a:chOff x="0" y="3649353"/>
            <a:chExt cx="7927383" cy="130444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C2266ED-D8CA-866A-37FC-9193AEA2015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C66D9B-9F96-17F3-AEE1-39A445695C25}"/>
                </a:ext>
              </a:extLst>
            </p:cNvPr>
            <p:cNvSpPr txBox="1"/>
            <p:nvPr/>
          </p:nvSpPr>
          <p:spPr>
            <a:xfrm>
              <a:off x="1069383" y="3791014"/>
              <a:ext cx="685800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M68MM15B Low Level A/D Micromodule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F3D3257-6772-50C8-553B-A26BB55E1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6B1AE00-6DBD-BAC7-2FA5-A81C087BE56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C276638-EC1A-BD89-520A-FB7E75B2BBB7}"/>
              </a:ext>
            </a:extLst>
          </p:cNvPr>
          <p:cNvGrpSpPr/>
          <p:nvPr/>
        </p:nvGrpSpPr>
        <p:grpSpPr>
          <a:xfrm>
            <a:off x="0" y="828575"/>
            <a:ext cx="7927383" cy="1304441"/>
            <a:chOff x="0" y="3649353"/>
            <a:chExt cx="7927383" cy="130444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0C8348-9E53-BEA3-42B1-F924538407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953794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52A5D40-C856-DB6E-3941-BD3126B6938B}"/>
                </a:ext>
              </a:extLst>
            </p:cNvPr>
            <p:cNvSpPr txBox="1"/>
            <p:nvPr/>
          </p:nvSpPr>
          <p:spPr>
            <a:xfrm>
              <a:off x="1069383" y="3767759"/>
              <a:ext cx="685800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M68MM15BEX Low Level </a:t>
              </a:r>
            </a:p>
            <a:p>
              <a:r>
                <a:rPr lang="en-US" sz="3200" dirty="0"/>
                <a:t>Expander Micromodule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D4520A21-E37F-E700-83F8-BD10AE0D2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30" t="5530" r="4628" b="4628"/>
            <a:stretch>
              <a:fillRect/>
            </a:stretch>
          </p:blipFill>
          <p:spPr>
            <a:xfrm>
              <a:off x="0" y="3771399"/>
              <a:ext cx="1069383" cy="1069384"/>
            </a:xfrm>
            <a:prstGeom prst="ellipse">
              <a:avLst/>
            </a:prstGeom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CC12A76-3A2F-9D6F-9CCB-48CE56DFC6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49353"/>
              <a:ext cx="685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934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80</Words>
  <Application>Microsoft Macintosh PowerPoint</Application>
  <PresentationFormat>Custom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Shapton</dc:creator>
  <cp:lastModifiedBy>Andrew Shapton</cp:lastModifiedBy>
  <cp:revision>1</cp:revision>
  <dcterms:created xsi:type="dcterms:W3CDTF">2026-08-08T21:34:35Z</dcterms:created>
  <dcterms:modified xsi:type="dcterms:W3CDTF">2026-08-08T23:15:57Z</dcterms:modified>
</cp:coreProperties>
</file>