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1"/>
    <p:restoredTop sz="94616"/>
  </p:normalViewPr>
  <p:slideViewPr>
    <p:cSldViewPr snapToGrid="0">
      <p:cViewPr>
        <p:scale>
          <a:sx n="104" d="100"/>
          <a:sy n="104" d="100"/>
        </p:scale>
        <p:origin x="54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31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5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6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5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0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73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2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2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8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7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E2795-59C1-D44B-B629-0769524797E5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84148-43A3-CB42-B5E8-38F6BB3F5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1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0F66566-3B8F-F178-8A37-8E69F41C3F7F}"/>
              </a:ext>
            </a:extLst>
          </p:cNvPr>
          <p:cNvGrpSpPr/>
          <p:nvPr/>
        </p:nvGrpSpPr>
        <p:grpSpPr>
          <a:xfrm>
            <a:off x="-4201109" y="11311812"/>
            <a:ext cx="8691570" cy="6905615"/>
            <a:chOff x="-4201109" y="11311812"/>
            <a:chExt cx="8691570" cy="6905615"/>
          </a:xfrm>
        </p:grpSpPr>
        <p:pic>
          <p:nvPicPr>
            <p:cNvPr id="4" name="Picture 3" descr="A paper with instructions on it&#10;&#10;AI-generated content may be incorrect.">
              <a:extLst>
                <a:ext uri="{FF2B5EF4-FFF2-40B4-BE49-F238E27FC236}">
                  <a16:creationId xmlns:a16="http://schemas.microsoft.com/office/drawing/2014/main" id="{9E3C5753-DD6C-B0E2-A8F5-A3EB0228F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037"/>
            <a:stretch>
              <a:fillRect/>
            </a:stretch>
          </p:blipFill>
          <p:spPr>
            <a:xfrm>
              <a:off x="0" y="11311812"/>
              <a:ext cx="4490461" cy="6905615"/>
            </a:xfrm>
            <a:prstGeom prst="rect">
              <a:avLst/>
            </a:prstGeom>
          </p:spPr>
        </p:pic>
        <p:pic>
          <p:nvPicPr>
            <p:cNvPr id="5" name="Picture 4" descr="A poster of a computer&#10;&#10;AI-generated content may be incorrect.">
              <a:extLst>
                <a:ext uri="{FF2B5EF4-FFF2-40B4-BE49-F238E27FC236}">
                  <a16:creationId xmlns:a16="http://schemas.microsoft.com/office/drawing/2014/main" id="{B3FC744F-BE96-5582-4C6E-9627F454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7549"/>
            <a:stretch>
              <a:fillRect/>
            </a:stretch>
          </p:blipFill>
          <p:spPr>
            <a:xfrm>
              <a:off x="-4201109" y="11335109"/>
              <a:ext cx="4257493" cy="68580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004BC86-BDA5-EF7C-299D-1754AE94CA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6" t="10764" r="5486" b="13934"/>
          <a:stretch>
            <a:fillRect/>
          </a:stretch>
        </p:blipFill>
        <p:spPr>
          <a:xfrm>
            <a:off x="0" y="0"/>
            <a:ext cx="12906732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2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55976</TotalTime>
  <Words>0</Words>
  <Application>Microsoft Macintosh PowerPoint</Application>
  <PresentationFormat>A3 Paper (297x420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Shapton</dc:creator>
  <cp:lastModifiedBy>Andrew Shapton</cp:lastModifiedBy>
  <cp:revision>1</cp:revision>
  <dcterms:created xsi:type="dcterms:W3CDTF">2025-08-19T20:06:03Z</dcterms:created>
  <dcterms:modified xsi:type="dcterms:W3CDTF">2025-09-27T17:02:27Z</dcterms:modified>
</cp:coreProperties>
</file>