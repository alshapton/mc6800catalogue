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6" r:id="rId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5600"/>
    <a:srgbClr val="45B2E1"/>
    <a:srgbClr val="525252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2"/>
    <p:restoredTop sz="94746"/>
  </p:normalViewPr>
  <p:slideViewPr>
    <p:cSldViewPr snapToGrid="0">
      <p:cViewPr varScale="1">
        <p:scale>
          <a:sx n="95" d="100"/>
          <a:sy n="95" d="100"/>
        </p:scale>
        <p:origin x="372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2B4E0-D164-8741-BA86-7DECB6A5C7E0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4D929-5A41-BE4F-9D45-C9721EEBD8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AE08F-F19A-A191-FC66-1CC5E27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DA074-CA49-C076-230E-6B2CCFD32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F67FC-C0D0-EC5B-81C7-7661358D0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1F3D0-5E0F-D645-58BE-3A2222739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D4D929-5A41-BE4F-9D45-C9721EEBD8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15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5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21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16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70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5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95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2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7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2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7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24F89-BBF8-8943-9ECC-EF973E6CE88B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23B0E-1DEE-0142-A57E-26CDF0E22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5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FA2B8-BF6F-BD40-7B9B-1BEF86F8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10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94088</TotalTime>
  <Words>1</Words>
  <Application>Microsoft Macintosh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Shapton</dc:creator>
  <cp:lastModifiedBy>Andrew Shapton</cp:lastModifiedBy>
  <cp:revision>3</cp:revision>
  <cp:lastPrinted>2025-09-15T19:01:21Z</cp:lastPrinted>
  <dcterms:created xsi:type="dcterms:W3CDTF">2025-07-26T20:04:53Z</dcterms:created>
  <dcterms:modified xsi:type="dcterms:W3CDTF">2025-09-30T20:04:28Z</dcterms:modified>
</cp:coreProperties>
</file>