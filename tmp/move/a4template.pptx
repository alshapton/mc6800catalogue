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6" r:id="rId2"/>
  </p:sldIdLst>
  <p:sldSz cx="6858000" cy="99075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5600"/>
    <a:srgbClr val="45B2E1"/>
    <a:srgbClr val="525252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24"/>
    <p:restoredTop sz="94726"/>
  </p:normalViewPr>
  <p:slideViewPr>
    <p:cSldViewPr snapToGrid="0">
      <p:cViewPr varScale="1">
        <p:scale>
          <a:sx n="73" d="100"/>
          <a:sy n="73" d="100"/>
        </p:scale>
        <p:origin x="369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12B4E0-D164-8741-BA86-7DECB6A5C7E0}" type="datetimeFigureOut">
              <a:rPr lang="en-US" smtClean="0"/>
              <a:t>9/28/25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D4D929-5A41-BE4F-9D45-C9721EEBD8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7654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AE08F-F19A-A191-FC66-1CC5E2714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BDA074-CA49-C076-230E-6B2CCFD329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3F67FC-C0D0-EC5B-81C7-7661358D0A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1F3D0-5E0F-D645-58BE-3A2222739A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D4D929-5A41-BE4F-9D45-C9721EEBD8B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9150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451"/>
            <a:ext cx="5829300" cy="3449308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3778"/>
            <a:ext cx="5143500" cy="2392040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157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621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70019"/>
            <a:ext cx="5915025" cy="4121281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30289"/>
            <a:ext cx="5915025" cy="2167284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7161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436"/>
            <a:ext cx="2914650" cy="628627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436"/>
            <a:ext cx="2914650" cy="628627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6670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90"/>
            <a:ext cx="5915025" cy="1915009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736"/>
            <a:ext cx="2901255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9022"/>
            <a:ext cx="2901255" cy="532303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736"/>
            <a:ext cx="2915543" cy="119028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9022"/>
            <a:ext cx="2915543" cy="532303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952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995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224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511"/>
            <a:ext cx="3471863" cy="704080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177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506"/>
            <a:ext cx="2211884" cy="231177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511"/>
            <a:ext cx="3471863" cy="704080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2276"/>
            <a:ext cx="2211884" cy="5506510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326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23200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87"/>
            <a:ext cx="1478756" cy="8396223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87"/>
            <a:ext cx="4350544" cy="8396223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2775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90"/>
            <a:ext cx="5915025" cy="19150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436"/>
            <a:ext cx="5915025" cy="62862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424F89-BBF8-8943-9ECC-EF973E6CE88B}" type="datetimeFigureOut">
              <a:rPr lang="en-US" smtClean="0"/>
              <a:t>9/28/25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2869"/>
            <a:ext cx="2314575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2869"/>
            <a:ext cx="1543050" cy="5274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CD23B0E-1DEE-0142-A57E-26CDF0E22F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59537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3FA2B8-BF6F-BD40-7B9B-1BEF86F85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31086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90540</TotalTime>
  <Words>1</Words>
  <Application>Microsoft Macintosh PowerPoint</Application>
  <PresentationFormat>Custom</PresentationFormat>
  <Paragraphs>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Shapton</dc:creator>
  <cp:lastModifiedBy>Andrew Shapton</cp:lastModifiedBy>
  <cp:revision>2</cp:revision>
  <cp:lastPrinted>2025-09-15T19:01:21Z</cp:lastPrinted>
  <dcterms:created xsi:type="dcterms:W3CDTF">2025-07-26T20:04:53Z</dcterms:created>
  <dcterms:modified xsi:type="dcterms:W3CDTF">2025-09-28T08:56:55Z</dcterms:modified>
</cp:coreProperties>
</file>