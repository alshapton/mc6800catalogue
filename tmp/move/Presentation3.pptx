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61" r:id="rId3"/>
    <p:sldId id="262" r:id="rId4"/>
    <p:sldId id="263" r:id="rId5"/>
    <p:sldId id="257" r:id="rId6"/>
    <p:sldId id="260" r:id="rId7"/>
    <p:sldId id="265" r:id="rId8"/>
    <p:sldId id="264" r:id="rId9"/>
    <p:sldId id="267" r:id="rId10"/>
    <p:sldId id="266" r:id="rId11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5600"/>
    <a:srgbClr val="45B2E1"/>
    <a:srgbClr val="525252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731"/>
  </p:normalViewPr>
  <p:slideViewPr>
    <p:cSldViewPr snapToGrid="0">
      <p:cViewPr>
        <p:scale>
          <a:sx n="88" d="100"/>
          <a:sy n="88" d="100"/>
        </p:scale>
        <p:origin x="28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2B4E0-D164-8741-BA86-7DECB6A5C7E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4D929-5A41-BE4F-9D45-C9721EEBD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65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D929-5A41-BE4F-9D45-C9721EEBD8B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63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8D9A1-E794-E06A-732F-EE5D1FD9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B560F-743B-73B9-33F9-B7E520547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06996-7E36-1CA2-6DA4-B865DB07A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74738-DF0E-98DD-41CD-593378873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D929-5A41-BE4F-9D45-C9721EEBD8B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0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AE08F-F19A-A191-FC66-1CC5E271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DA074-CA49-C076-230E-6B2CCFD32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F67FC-C0D0-EC5B-81C7-7661358D0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1F3D0-5E0F-D645-58BE-3A2222739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D929-5A41-BE4F-9D45-C9721EEBD8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15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5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2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16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7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5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9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24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2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7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24F89-BBF8-8943-9ECC-EF973E6CE88B}" type="datetimeFigureOut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5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82249B7-DB9F-B985-CCD0-62A3CDC67F37}"/>
              </a:ext>
            </a:extLst>
          </p:cNvPr>
          <p:cNvGrpSpPr/>
          <p:nvPr/>
        </p:nvGrpSpPr>
        <p:grpSpPr>
          <a:xfrm>
            <a:off x="454761" y="255494"/>
            <a:ext cx="5948477" cy="9396600"/>
            <a:chOff x="454761" y="255494"/>
            <a:chExt cx="5948477" cy="93966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3F7402-755F-5409-E26A-275202FE3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4498"/>
            <a:stretch>
              <a:fillRect/>
            </a:stretch>
          </p:blipFill>
          <p:spPr>
            <a:xfrm>
              <a:off x="454762" y="255494"/>
              <a:ext cx="5948476" cy="235428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30FE9A-5C01-25C5-2EFE-D08F10702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762" y="2609782"/>
              <a:ext cx="5948476" cy="318807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132F64E-41AB-C424-D45C-D83C2BF76FEB}"/>
                </a:ext>
              </a:extLst>
            </p:cNvPr>
            <p:cNvSpPr/>
            <p:nvPr/>
          </p:nvSpPr>
          <p:spPr>
            <a:xfrm flipH="1">
              <a:off x="454762" y="255494"/>
              <a:ext cx="5948476" cy="235428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E54E44-43A1-6AB7-86E3-EE5AAB910CB4}"/>
                </a:ext>
              </a:extLst>
            </p:cNvPr>
            <p:cNvSpPr/>
            <p:nvPr/>
          </p:nvSpPr>
          <p:spPr>
            <a:xfrm rot="10800000" flipH="1">
              <a:off x="454762" y="5797854"/>
              <a:ext cx="5948476" cy="385424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A98302-C7F1-C13F-7194-5B6EAE19306A}"/>
                </a:ext>
              </a:extLst>
            </p:cNvPr>
            <p:cNvSpPr/>
            <p:nvPr/>
          </p:nvSpPr>
          <p:spPr>
            <a:xfrm>
              <a:off x="454761" y="255494"/>
              <a:ext cx="5948475" cy="9396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4A95E9-79BA-2EC5-3C2B-1B4B3DA02A88}"/>
                </a:ext>
              </a:extLst>
            </p:cNvPr>
            <p:cNvSpPr txBox="1"/>
            <p:nvPr/>
          </p:nvSpPr>
          <p:spPr>
            <a:xfrm>
              <a:off x="2446389" y="6055360"/>
              <a:ext cx="19652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FOLDER 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534159F-B11B-7447-F2CA-C69E09CAA048}"/>
                </a:ext>
              </a:extLst>
            </p:cNvPr>
            <p:cNvSpPr txBox="1"/>
            <p:nvPr/>
          </p:nvSpPr>
          <p:spPr>
            <a:xfrm>
              <a:off x="2142139" y="1767501"/>
              <a:ext cx="25737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454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69B28-F2E7-B5E9-B8E1-97D20852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701635D-85AB-8F88-A202-31086D968C85}"/>
              </a:ext>
            </a:extLst>
          </p:cNvPr>
          <p:cNvGrpSpPr/>
          <p:nvPr/>
        </p:nvGrpSpPr>
        <p:grpSpPr>
          <a:xfrm>
            <a:off x="454761" y="255494"/>
            <a:ext cx="5948477" cy="9396600"/>
            <a:chOff x="454761" y="255494"/>
            <a:chExt cx="5948477" cy="93966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7E08F8-F88F-2B45-FBBB-31C4D02F8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4498"/>
            <a:stretch>
              <a:fillRect/>
            </a:stretch>
          </p:blipFill>
          <p:spPr>
            <a:xfrm>
              <a:off x="454762" y="255494"/>
              <a:ext cx="5948476" cy="235428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EC551FA-A37B-2F08-2431-A09A5CA8A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762" y="2609782"/>
              <a:ext cx="5948476" cy="318807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271D4F-1105-3D69-7556-9DDB710BB6D5}"/>
                </a:ext>
              </a:extLst>
            </p:cNvPr>
            <p:cNvSpPr/>
            <p:nvPr/>
          </p:nvSpPr>
          <p:spPr>
            <a:xfrm flipH="1">
              <a:off x="454762" y="255494"/>
              <a:ext cx="5948476" cy="235428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BD2F858-8736-88A7-3193-DAB48F9B1845}"/>
                </a:ext>
              </a:extLst>
            </p:cNvPr>
            <p:cNvSpPr/>
            <p:nvPr/>
          </p:nvSpPr>
          <p:spPr>
            <a:xfrm rot="10800000" flipH="1">
              <a:off x="454762" y="5797854"/>
              <a:ext cx="5948476" cy="385424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9D773C-5854-DBF6-0411-F964C5E03FD1}"/>
                </a:ext>
              </a:extLst>
            </p:cNvPr>
            <p:cNvSpPr/>
            <p:nvPr/>
          </p:nvSpPr>
          <p:spPr>
            <a:xfrm>
              <a:off x="454761" y="255494"/>
              <a:ext cx="5948475" cy="9396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0594AC-BBA6-C9D1-AA9F-12044869ACDF}"/>
                </a:ext>
              </a:extLst>
            </p:cNvPr>
            <p:cNvSpPr txBox="1"/>
            <p:nvPr/>
          </p:nvSpPr>
          <p:spPr>
            <a:xfrm>
              <a:off x="2446389" y="6055360"/>
              <a:ext cx="19652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FOLDER 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4499CB-4075-85B7-43F9-852DC39250DC}"/>
                </a:ext>
              </a:extLst>
            </p:cNvPr>
            <p:cNvSpPr txBox="1"/>
            <p:nvPr/>
          </p:nvSpPr>
          <p:spPr>
            <a:xfrm>
              <a:off x="2142139" y="1767501"/>
              <a:ext cx="25737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289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5404-970F-CD9C-E6A2-88FBD5B2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C10DB50-AA0E-F34E-12AB-8312D6D126CF}"/>
              </a:ext>
            </a:extLst>
          </p:cNvPr>
          <p:cNvGrpSpPr/>
          <p:nvPr/>
        </p:nvGrpSpPr>
        <p:grpSpPr>
          <a:xfrm>
            <a:off x="454761" y="255494"/>
            <a:ext cx="5948477" cy="9396600"/>
            <a:chOff x="454761" y="255494"/>
            <a:chExt cx="5948477" cy="93966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FDABAB9-64DB-312F-9FC3-A78A159A2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4498"/>
            <a:stretch>
              <a:fillRect/>
            </a:stretch>
          </p:blipFill>
          <p:spPr>
            <a:xfrm>
              <a:off x="454762" y="255494"/>
              <a:ext cx="5948476" cy="235428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DB9E341-8913-BB1D-4FAE-D8B82DCBF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762" y="2609782"/>
              <a:ext cx="5948476" cy="318807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7EAAA1-FD58-D10B-631A-24F074B35583}"/>
                </a:ext>
              </a:extLst>
            </p:cNvPr>
            <p:cNvSpPr/>
            <p:nvPr/>
          </p:nvSpPr>
          <p:spPr>
            <a:xfrm flipH="1">
              <a:off x="454762" y="255494"/>
              <a:ext cx="5948476" cy="235428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8CA149C-31DC-54AC-C68C-BBD5BCC27855}"/>
                </a:ext>
              </a:extLst>
            </p:cNvPr>
            <p:cNvSpPr/>
            <p:nvPr/>
          </p:nvSpPr>
          <p:spPr>
            <a:xfrm rot="10800000" flipH="1">
              <a:off x="454762" y="5797854"/>
              <a:ext cx="5948476" cy="385424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32C632-CD4C-F92A-9AAC-3B0F1E7D088A}"/>
                </a:ext>
              </a:extLst>
            </p:cNvPr>
            <p:cNvSpPr/>
            <p:nvPr/>
          </p:nvSpPr>
          <p:spPr>
            <a:xfrm>
              <a:off x="454761" y="255494"/>
              <a:ext cx="5948475" cy="9396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DDAE5B-9CD7-FEC3-0045-413409F9D069}"/>
                </a:ext>
              </a:extLst>
            </p:cNvPr>
            <p:cNvSpPr txBox="1"/>
            <p:nvPr/>
          </p:nvSpPr>
          <p:spPr>
            <a:xfrm>
              <a:off x="2446389" y="6055360"/>
              <a:ext cx="19652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FOLDER 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922BC9-26CF-B5C9-4B5B-92CF50982192}"/>
                </a:ext>
              </a:extLst>
            </p:cNvPr>
            <p:cNvSpPr txBox="1"/>
            <p:nvPr/>
          </p:nvSpPr>
          <p:spPr>
            <a:xfrm>
              <a:off x="2142139" y="1767501"/>
              <a:ext cx="25737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527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C2B4B-8AA0-205E-3A33-327654B0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25B629C-54EF-5294-3CCC-8E9FEC8EE67E}"/>
              </a:ext>
            </a:extLst>
          </p:cNvPr>
          <p:cNvGrpSpPr/>
          <p:nvPr/>
        </p:nvGrpSpPr>
        <p:grpSpPr>
          <a:xfrm>
            <a:off x="454761" y="255494"/>
            <a:ext cx="5948477" cy="9396600"/>
            <a:chOff x="454761" y="255494"/>
            <a:chExt cx="5948477" cy="93966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1F2FD90-CB90-9A3A-6B41-882D4401D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4498"/>
            <a:stretch>
              <a:fillRect/>
            </a:stretch>
          </p:blipFill>
          <p:spPr>
            <a:xfrm>
              <a:off x="454762" y="255494"/>
              <a:ext cx="5948476" cy="235428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B075E89-9FFD-DA7E-6505-091B02B3D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762" y="2609782"/>
              <a:ext cx="5948476" cy="318807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E2F47C-0EDD-7F77-FD86-FA82F267493A}"/>
                </a:ext>
              </a:extLst>
            </p:cNvPr>
            <p:cNvSpPr/>
            <p:nvPr/>
          </p:nvSpPr>
          <p:spPr>
            <a:xfrm flipH="1">
              <a:off x="454762" y="255494"/>
              <a:ext cx="5948476" cy="235428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66A68D-99F6-CDA7-8126-735026B135C2}"/>
                </a:ext>
              </a:extLst>
            </p:cNvPr>
            <p:cNvSpPr/>
            <p:nvPr/>
          </p:nvSpPr>
          <p:spPr>
            <a:xfrm rot="10800000" flipH="1">
              <a:off x="454762" y="5797854"/>
              <a:ext cx="5948476" cy="385424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54CBB5-328D-5C5F-624A-D126461898E8}"/>
                </a:ext>
              </a:extLst>
            </p:cNvPr>
            <p:cNvSpPr/>
            <p:nvPr/>
          </p:nvSpPr>
          <p:spPr>
            <a:xfrm>
              <a:off x="454761" y="255494"/>
              <a:ext cx="5948475" cy="9396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117626-5828-6A77-C749-2D7E1A3F585C}"/>
                </a:ext>
              </a:extLst>
            </p:cNvPr>
            <p:cNvSpPr txBox="1"/>
            <p:nvPr/>
          </p:nvSpPr>
          <p:spPr>
            <a:xfrm>
              <a:off x="2446389" y="6055360"/>
              <a:ext cx="19652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FOLDER 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D242C0-385E-3BFD-4F8C-74F1A0BB7EF7}"/>
                </a:ext>
              </a:extLst>
            </p:cNvPr>
            <p:cNvSpPr txBox="1"/>
            <p:nvPr/>
          </p:nvSpPr>
          <p:spPr>
            <a:xfrm>
              <a:off x="2142139" y="1767501"/>
              <a:ext cx="25737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47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BDB4-61BB-B6D6-6534-BE02F848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968C9CA-AA78-6649-D4B0-B474601FE0D9}"/>
              </a:ext>
            </a:extLst>
          </p:cNvPr>
          <p:cNvGrpSpPr/>
          <p:nvPr/>
        </p:nvGrpSpPr>
        <p:grpSpPr>
          <a:xfrm>
            <a:off x="454761" y="255494"/>
            <a:ext cx="5948477" cy="9396600"/>
            <a:chOff x="454761" y="255494"/>
            <a:chExt cx="5948477" cy="93966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411419F-B3A2-BCC6-92F9-687A9C32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4498"/>
            <a:stretch>
              <a:fillRect/>
            </a:stretch>
          </p:blipFill>
          <p:spPr>
            <a:xfrm>
              <a:off x="454762" y="255494"/>
              <a:ext cx="5948476" cy="235428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5AEF377-6F3B-4E50-19BA-1FD419D54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762" y="2609782"/>
              <a:ext cx="5948476" cy="318807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D8ACB6-C095-2580-0704-E4D4BA5FC4F4}"/>
                </a:ext>
              </a:extLst>
            </p:cNvPr>
            <p:cNvSpPr/>
            <p:nvPr/>
          </p:nvSpPr>
          <p:spPr>
            <a:xfrm flipH="1">
              <a:off x="454762" y="255494"/>
              <a:ext cx="5948476" cy="235428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196AC1E-9A82-C256-C062-54E97199B25D}"/>
                </a:ext>
              </a:extLst>
            </p:cNvPr>
            <p:cNvSpPr/>
            <p:nvPr/>
          </p:nvSpPr>
          <p:spPr>
            <a:xfrm rot="10800000" flipH="1">
              <a:off x="454762" y="5797854"/>
              <a:ext cx="5948476" cy="385424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1010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196DE6-E01A-00EC-AF75-4220A5144FF8}"/>
                </a:ext>
              </a:extLst>
            </p:cNvPr>
            <p:cNvSpPr/>
            <p:nvPr/>
          </p:nvSpPr>
          <p:spPr>
            <a:xfrm>
              <a:off x="454761" y="255494"/>
              <a:ext cx="5948475" cy="9396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E7783B-19F6-57E8-C225-526AE804C16F}"/>
                </a:ext>
              </a:extLst>
            </p:cNvPr>
            <p:cNvSpPr txBox="1"/>
            <p:nvPr/>
          </p:nvSpPr>
          <p:spPr>
            <a:xfrm>
              <a:off x="2446389" y="6055360"/>
              <a:ext cx="19652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FOLDER 4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FDA154-B5E7-E1B6-EE10-E5C6C57882DC}"/>
                </a:ext>
              </a:extLst>
            </p:cNvPr>
            <p:cNvSpPr txBox="1"/>
            <p:nvPr/>
          </p:nvSpPr>
          <p:spPr>
            <a:xfrm>
              <a:off x="2142139" y="1767501"/>
              <a:ext cx="257371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129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1832C-9D8A-A3AD-3678-5DEE4B8D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F3D1DF9-BDFA-FEA8-010B-AFF0F3025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29394"/>
            <a:ext cx="5994400" cy="94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13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4BDF-13C0-2543-91AB-FFE87F15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8F58F0-C9D6-BC22-1996-520A1B75F3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355"/>
          <a:stretch>
            <a:fillRect/>
          </a:stretch>
        </p:blipFill>
        <p:spPr>
          <a:xfrm>
            <a:off x="120586" y="116506"/>
            <a:ext cx="6565963" cy="970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2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D4919-043D-B7FA-3FEB-1D253EAD1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EEDEA4-5BE1-0F24-4C3D-03B7910B8917}"/>
              </a:ext>
            </a:extLst>
          </p:cNvPr>
          <p:cNvCxnSpPr>
            <a:cxnSpLocks/>
          </p:cNvCxnSpPr>
          <p:nvPr/>
        </p:nvCxnSpPr>
        <p:spPr>
          <a:xfrm>
            <a:off x="1948165" y="553220"/>
            <a:ext cx="0" cy="226060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38E4AF-3BA8-8AAA-C7D0-3F1006C4C4D1}"/>
              </a:ext>
            </a:extLst>
          </p:cNvPr>
          <p:cNvCxnSpPr>
            <a:cxnSpLocks/>
          </p:cNvCxnSpPr>
          <p:nvPr/>
        </p:nvCxnSpPr>
        <p:spPr>
          <a:xfrm flipH="1">
            <a:off x="1948165" y="2670258"/>
            <a:ext cx="360547" cy="14356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81773E-667D-7BC5-76DE-DDE5436DBC82}"/>
              </a:ext>
            </a:extLst>
          </p:cNvPr>
          <p:cNvCxnSpPr>
            <a:cxnSpLocks/>
          </p:cNvCxnSpPr>
          <p:nvPr/>
        </p:nvCxnSpPr>
        <p:spPr>
          <a:xfrm flipV="1">
            <a:off x="2308712" y="921237"/>
            <a:ext cx="0" cy="174902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7D099E-34FA-7643-D0D9-7FAE0DEFD340}"/>
              </a:ext>
            </a:extLst>
          </p:cNvPr>
          <p:cNvCxnSpPr>
            <a:cxnSpLocks/>
          </p:cNvCxnSpPr>
          <p:nvPr/>
        </p:nvCxnSpPr>
        <p:spPr>
          <a:xfrm flipV="1">
            <a:off x="2410637" y="902187"/>
            <a:ext cx="0" cy="174902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12BCC88-B9F2-AE5D-22D6-A5FDD17DE282}"/>
              </a:ext>
            </a:extLst>
          </p:cNvPr>
          <p:cNvCxnSpPr>
            <a:cxnSpLocks/>
          </p:cNvCxnSpPr>
          <p:nvPr/>
        </p:nvCxnSpPr>
        <p:spPr>
          <a:xfrm flipV="1">
            <a:off x="2410636" y="2571726"/>
            <a:ext cx="299752" cy="73025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DD08039-D754-3EC3-4092-68ABE8859E97}"/>
              </a:ext>
            </a:extLst>
          </p:cNvPr>
          <p:cNvCxnSpPr>
            <a:cxnSpLocks/>
          </p:cNvCxnSpPr>
          <p:nvPr/>
        </p:nvCxnSpPr>
        <p:spPr>
          <a:xfrm flipV="1">
            <a:off x="2827314" y="2488404"/>
            <a:ext cx="335217" cy="5792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C8539A-A998-1490-0CF3-86DBBF7E3438}"/>
              </a:ext>
            </a:extLst>
          </p:cNvPr>
          <p:cNvCxnSpPr>
            <a:cxnSpLocks/>
            <a:stCxn id="182" idx="2"/>
            <a:endCxn id="163" idx="2"/>
          </p:cNvCxnSpPr>
          <p:nvPr/>
        </p:nvCxnSpPr>
        <p:spPr>
          <a:xfrm flipV="1">
            <a:off x="3322231" y="2433846"/>
            <a:ext cx="663801" cy="3766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0BE91C1-2E68-4874-2B47-E62D78166B99}"/>
              </a:ext>
            </a:extLst>
          </p:cNvPr>
          <p:cNvCxnSpPr>
            <a:cxnSpLocks/>
          </p:cNvCxnSpPr>
          <p:nvPr/>
        </p:nvCxnSpPr>
        <p:spPr>
          <a:xfrm>
            <a:off x="4179477" y="2440555"/>
            <a:ext cx="69550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6DA614D-2E94-CB5E-63D2-907F0A9295CF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5928940" y="2651208"/>
            <a:ext cx="642387" cy="174277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C9081E6-2C21-EDD2-1E5C-EBB360A42FEF}"/>
              </a:ext>
            </a:extLst>
          </p:cNvPr>
          <p:cNvCxnSpPr>
            <a:cxnSpLocks/>
          </p:cNvCxnSpPr>
          <p:nvPr/>
        </p:nvCxnSpPr>
        <p:spPr>
          <a:xfrm>
            <a:off x="5079962" y="2488404"/>
            <a:ext cx="639682" cy="8332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Arc 46">
            <a:extLst>
              <a:ext uri="{FF2B5EF4-FFF2-40B4-BE49-F238E27FC236}">
                <a16:creationId xmlns:a16="http://schemas.microsoft.com/office/drawing/2014/main" id="{D14671F0-5D18-4308-A6F5-EB1DA03B0E0A}"/>
              </a:ext>
            </a:extLst>
          </p:cNvPr>
          <p:cNvSpPr/>
          <p:nvPr/>
        </p:nvSpPr>
        <p:spPr>
          <a:xfrm rot="5924778">
            <a:off x="5637506" y="2428344"/>
            <a:ext cx="176942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02261D3-E0A5-8EBD-3F82-E8A0E94FE5E4}"/>
              </a:ext>
            </a:extLst>
          </p:cNvPr>
          <p:cNvCxnSpPr>
            <a:cxnSpLocks/>
          </p:cNvCxnSpPr>
          <p:nvPr/>
        </p:nvCxnSpPr>
        <p:spPr>
          <a:xfrm>
            <a:off x="5754854" y="902187"/>
            <a:ext cx="22116" cy="1586217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Arc 51">
            <a:extLst>
              <a:ext uri="{FF2B5EF4-FFF2-40B4-BE49-F238E27FC236}">
                <a16:creationId xmlns:a16="http://schemas.microsoft.com/office/drawing/2014/main" id="{274DF2B7-8537-9CF0-82A4-B536564C8A53}"/>
              </a:ext>
            </a:extLst>
          </p:cNvPr>
          <p:cNvSpPr/>
          <p:nvPr/>
        </p:nvSpPr>
        <p:spPr>
          <a:xfrm rot="11260068">
            <a:off x="5015192" y="2368911"/>
            <a:ext cx="155156" cy="122575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2D838A-869E-1BEF-3B25-DFB5FB5347E6}"/>
              </a:ext>
            </a:extLst>
          </p:cNvPr>
          <p:cNvCxnSpPr>
            <a:cxnSpLocks/>
          </p:cNvCxnSpPr>
          <p:nvPr/>
        </p:nvCxnSpPr>
        <p:spPr>
          <a:xfrm>
            <a:off x="5008715" y="1005317"/>
            <a:ext cx="4108" cy="142488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Arc 54">
            <a:extLst>
              <a:ext uri="{FF2B5EF4-FFF2-40B4-BE49-F238E27FC236}">
                <a16:creationId xmlns:a16="http://schemas.microsoft.com/office/drawing/2014/main" id="{086E4C3C-7DB2-1014-B01C-783F1C2032F5}"/>
              </a:ext>
            </a:extLst>
          </p:cNvPr>
          <p:cNvSpPr/>
          <p:nvPr/>
        </p:nvSpPr>
        <p:spPr>
          <a:xfrm rot="16389201">
            <a:off x="4948596" y="956920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F0736EB-CA79-AFA5-9BB6-CF74464DB133}"/>
              </a:ext>
            </a:extLst>
          </p:cNvPr>
          <p:cNvCxnSpPr>
            <a:cxnSpLocks/>
          </p:cNvCxnSpPr>
          <p:nvPr/>
        </p:nvCxnSpPr>
        <p:spPr>
          <a:xfrm flipV="1">
            <a:off x="5074052" y="824451"/>
            <a:ext cx="587012" cy="7394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Arc 57">
            <a:extLst>
              <a:ext uri="{FF2B5EF4-FFF2-40B4-BE49-F238E27FC236}">
                <a16:creationId xmlns:a16="http://schemas.microsoft.com/office/drawing/2014/main" id="{B57D967D-E75E-FC48-DD6B-1C9E2D5DEE54}"/>
              </a:ext>
            </a:extLst>
          </p:cNvPr>
          <p:cNvSpPr/>
          <p:nvPr/>
        </p:nvSpPr>
        <p:spPr>
          <a:xfrm rot="364793">
            <a:off x="5531952" y="818450"/>
            <a:ext cx="219507" cy="15043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C12061E-B2BE-E613-6C5B-1C195F0B264F}"/>
              </a:ext>
            </a:extLst>
          </p:cNvPr>
          <p:cNvCxnSpPr>
            <a:cxnSpLocks/>
          </p:cNvCxnSpPr>
          <p:nvPr/>
        </p:nvCxnSpPr>
        <p:spPr>
          <a:xfrm>
            <a:off x="5859481" y="859908"/>
            <a:ext cx="23745" cy="171894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1F99631-F790-0CE5-B655-F4A0F72E368B}"/>
              </a:ext>
            </a:extLst>
          </p:cNvPr>
          <p:cNvCxnSpPr>
            <a:cxnSpLocks/>
            <a:endCxn id="66" idx="2"/>
          </p:cNvCxnSpPr>
          <p:nvPr/>
        </p:nvCxnSpPr>
        <p:spPr>
          <a:xfrm flipH="1">
            <a:off x="5320948" y="1092176"/>
            <a:ext cx="1422" cy="1161677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Arc 61">
            <a:extLst>
              <a:ext uri="{FF2B5EF4-FFF2-40B4-BE49-F238E27FC236}">
                <a16:creationId xmlns:a16="http://schemas.microsoft.com/office/drawing/2014/main" id="{938D66D3-8088-D607-DDA5-3799833B032F}"/>
              </a:ext>
            </a:extLst>
          </p:cNvPr>
          <p:cNvSpPr/>
          <p:nvPr/>
        </p:nvSpPr>
        <p:spPr>
          <a:xfrm rot="12183766">
            <a:off x="5879981" y="2545277"/>
            <a:ext cx="145956" cy="111415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1D2A5AB-B252-974C-0BCB-22B1E0FAE22F}"/>
              </a:ext>
            </a:extLst>
          </p:cNvPr>
          <p:cNvCxnSpPr>
            <a:cxnSpLocks/>
            <a:endCxn id="66" idx="0"/>
          </p:cNvCxnSpPr>
          <p:nvPr/>
        </p:nvCxnSpPr>
        <p:spPr>
          <a:xfrm flipH="1">
            <a:off x="5406980" y="1101570"/>
            <a:ext cx="777" cy="1145387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Arc 64">
            <a:extLst>
              <a:ext uri="{FF2B5EF4-FFF2-40B4-BE49-F238E27FC236}">
                <a16:creationId xmlns:a16="http://schemas.microsoft.com/office/drawing/2014/main" id="{E6519DB3-AEB2-1449-179A-0F6E70E7FCAB}"/>
              </a:ext>
            </a:extLst>
          </p:cNvPr>
          <p:cNvSpPr/>
          <p:nvPr/>
        </p:nvSpPr>
        <p:spPr>
          <a:xfrm rot="297361">
            <a:off x="5320948" y="1048810"/>
            <a:ext cx="86274" cy="130436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52D1F87A-DD37-628F-7634-77BDEB4EE2A0}"/>
              </a:ext>
            </a:extLst>
          </p:cNvPr>
          <p:cNvSpPr/>
          <p:nvPr/>
        </p:nvSpPr>
        <p:spPr>
          <a:xfrm rot="10800000">
            <a:off x="5320948" y="2188635"/>
            <a:ext cx="86274" cy="130436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BFDE454A-7BE0-48AD-8C65-686A702E1FD9}"/>
              </a:ext>
            </a:extLst>
          </p:cNvPr>
          <p:cNvSpPr/>
          <p:nvPr/>
        </p:nvSpPr>
        <p:spPr>
          <a:xfrm rot="16389201">
            <a:off x="5797739" y="820395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C2FEAF0-C679-9456-8454-2BD80F3FF082}"/>
              </a:ext>
            </a:extLst>
          </p:cNvPr>
          <p:cNvCxnSpPr>
            <a:cxnSpLocks/>
          </p:cNvCxnSpPr>
          <p:nvPr/>
        </p:nvCxnSpPr>
        <p:spPr>
          <a:xfrm flipV="1">
            <a:off x="5916828" y="584045"/>
            <a:ext cx="577590" cy="17286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F1B10EA-4ED6-C036-EE7C-953AEF9F8AE7}"/>
              </a:ext>
            </a:extLst>
          </p:cNvPr>
          <p:cNvCxnSpPr>
            <a:cxnSpLocks/>
            <a:endCxn id="85" idx="0"/>
          </p:cNvCxnSpPr>
          <p:nvPr/>
        </p:nvCxnSpPr>
        <p:spPr>
          <a:xfrm>
            <a:off x="6589534" y="638714"/>
            <a:ext cx="32156" cy="208569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Arc 80">
            <a:extLst>
              <a:ext uri="{FF2B5EF4-FFF2-40B4-BE49-F238E27FC236}">
                <a16:creationId xmlns:a16="http://schemas.microsoft.com/office/drawing/2014/main" id="{53E751C5-153A-552D-FBCF-F10BDBD9D4A6}"/>
              </a:ext>
            </a:extLst>
          </p:cNvPr>
          <p:cNvSpPr/>
          <p:nvPr/>
        </p:nvSpPr>
        <p:spPr>
          <a:xfrm rot="21145038">
            <a:off x="6361607" y="586675"/>
            <a:ext cx="219507" cy="150433"/>
          </a:xfrm>
          <a:prstGeom prst="arc">
            <a:avLst>
              <a:gd name="adj1" fmla="val 17533406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20E479DA-726B-10B3-256B-10C4C7988B78}"/>
              </a:ext>
            </a:extLst>
          </p:cNvPr>
          <p:cNvSpPr/>
          <p:nvPr/>
        </p:nvSpPr>
        <p:spPr>
          <a:xfrm rot="4558492">
            <a:off x="6481080" y="2685519"/>
            <a:ext cx="176942" cy="107483"/>
          </a:xfrm>
          <a:prstGeom prst="arc">
            <a:avLst>
              <a:gd name="adj1" fmla="val 16200000"/>
              <a:gd name="adj2" fmla="val 760754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0F49493-5359-4CB6-5F86-CCCD638404A2}"/>
              </a:ext>
            </a:extLst>
          </p:cNvPr>
          <p:cNvCxnSpPr>
            <a:cxnSpLocks/>
            <a:stCxn id="95" idx="0"/>
            <a:endCxn id="96" idx="2"/>
          </p:cNvCxnSpPr>
          <p:nvPr/>
        </p:nvCxnSpPr>
        <p:spPr>
          <a:xfrm>
            <a:off x="6158692" y="980120"/>
            <a:ext cx="120" cy="1457856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14066B5E-6668-F8A6-1994-067E84D22018}"/>
              </a:ext>
            </a:extLst>
          </p:cNvPr>
          <p:cNvCxnSpPr>
            <a:cxnSpLocks/>
            <a:endCxn id="96" idx="0"/>
          </p:cNvCxnSpPr>
          <p:nvPr/>
        </p:nvCxnSpPr>
        <p:spPr>
          <a:xfrm flipH="1">
            <a:off x="6244844" y="965018"/>
            <a:ext cx="777" cy="146606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Arc 94">
            <a:extLst>
              <a:ext uri="{FF2B5EF4-FFF2-40B4-BE49-F238E27FC236}">
                <a16:creationId xmlns:a16="http://schemas.microsoft.com/office/drawing/2014/main" id="{64ABD008-9D42-3C3C-EE59-B7C97F85F8F2}"/>
              </a:ext>
            </a:extLst>
          </p:cNvPr>
          <p:cNvSpPr/>
          <p:nvPr/>
        </p:nvSpPr>
        <p:spPr>
          <a:xfrm rot="297361">
            <a:off x="6158812" y="912258"/>
            <a:ext cx="86274" cy="130436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Arc 95">
            <a:extLst>
              <a:ext uri="{FF2B5EF4-FFF2-40B4-BE49-F238E27FC236}">
                <a16:creationId xmlns:a16="http://schemas.microsoft.com/office/drawing/2014/main" id="{26E88E02-2AB1-F046-0404-EF8958EBAB33}"/>
              </a:ext>
            </a:extLst>
          </p:cNvPr>
          <p:cNvSpPr/>
          <p:nvPr/>
        </p:nvSpPr>
        <p:spPr>
          <a:xfrm rot="10800000">
            <a:off x="6158812" y="2372758"/>
            <a:ext cx="86274" cy="130436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A8C8675-52A9-3C83-8E13-F0DA2367EAA7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4467943" y="1737041"/>
            <a:ext cx="10031" cy="437026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2E0EC6B-59EC-B564-E323-26CC93872FF2}"/>
              </a:ext>
            </a:extLst>
          </p:cNvPr>
          <p:cNvCxnSpPr>
            <a:cxnSpLocks/>
            <a:endCxn id="102" idx="0"/>
          </p:cNvCxnSpPr>
          <p:nvPr/>
        </p:nvCxnSpPr>
        <p:spPr>
          <a:xfrm flipH="1">
            <a:off x="4564006" y="1737041"/>
            <a:ext cx="11378" cy="43013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Arc 100">
            <a:extLst>
              <a:ext uri="{FF2B5EF4-FFF2-40B4-BE49-F238E27FC236}">
                <a16:creationId xmlns:a16="http://schemas.microsoft.com/office/drawing/2014/main" id="{4D009229-77BB-54B1-3ECE-37579F5232D3}"/>
              </a:ext>
            </a:extLst>
          </p:cNvPr>
          <p:cNvSpPr/>
          <p:nvPr/>
        </p:nvSpPr>
        <p:spPr>
          <a:xfrm rot="297361">
            <a:off x="4469824" y="1678052"/>
            <a:ext cx="105820" cy="136758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Arc 101">
            <a:extLst>
              <a:ext uri="{FF2B5EF4-FFF2-40B4-BE49-F238E27FC236}">
                <a16:creationId xmlns:a16="http://schemas.microsoft.com/office/drawing/2014/main" id="{C937E29F-9E16-D950-58D7-97F927A95547}"/>
              </a:ext>
            </a:extLst>
          </p:cNvPr>
          <p:cNvSpPr/>
          <p:nvPr/>
        </p:nvSpPr>
        <p:spPr>
          <a:xfrm rot="10800000">
            <a:off x="4477974" y="2108849"/>
            <a:ext cx="86274" cy="130436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9A2F2EC-3C09-8BFC-36E1-F6FD176DD703}"/>
              </a:ext>
            </a:extLst>
          </p:cNvPr>
          <p:cNvCxnSpPr>
            <a:cxnSpLocks/>
            <a:endCxn id="114" idx="2"/>
          </p:cNvCxnSpPr>
          <p:nvPr/>
        </p:nvCxnSpPr>
        <p:spPr>
          <a:xfrm>
            <a:off x="4471045" y="1195010"/>
            <a:ext cx="10031" cy="215989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59B46623-45DD-3F49-7754-557C242DB0FD}"/>
              </a:ext>
            </a:extLst>
          </p:cNvPr>
          <p:cNvCxnSpPr>
            <a:cxnSpLocks/>
            <a:endCxn id="114" idx="0"/>
          </p:cNvCxnSpPr>
          <p:nvPr/>
        </p:nvCxnSpPr>
        <p:spPr>
          <a:xfrm flipH="1">
            <a:off x="4567107" y="1195010"/>
            <a:ext cx="11378" cy="209093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rc 108">
            <a:extLst>
              <a:ext uri="{FF2B5EF4-FFF2-40B4-BE49-F238E27FC236}">
                <a16:creationId xmlns:a16="http://schemas.microsoft.com/office/drawing/2014/main" id="{9A72B765-2C5C-E711-391E-344E288F3C79}"/>
              </a:ext>
            </a:extLst>
          </p:cNvPr>
          <p:cNvSpPr/>
          <p:nvPr/>
        </p:nvSpPr>
        <p:spPr>
          <a:xfrm rot="297361">
            <a:off x="4472926" y="1136021"/>
            <a:ext cx="105820" cy="136758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Arc 113">
            <a:extLst>
              <a:ext uri="{FF2B5EF4-FFF2-40B4-BE49-F238E27FC236}">
                <a16:creationId xmlns:a16="http://schemas.microsoft.com/office/drawing/2014/main" id="{0241717E-6CD4-A3E1-08CC-5AA5C73ABA5F}"/>
              </a:ext>
            </a:extLst>
          </p:cNvPr>
          <p:cNvSpPr/>
          <p:nvPr/>
        </p:nvSpPr>
        <p:spPr>
          <a:xfrm rot="10800000">
            <a:off x="4481075" y="1345781"/>
            <a:ext cx="86274" cy="130436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B6B813A-CE15-A88F-054B-22965AC34D9F}"/>
              </a:ext>
            </a:extLst>
          </p:cNvPr>
          <p:cNvCxnSpPr>
            <a:cxnSpLocks/>
          </p:cNvCxnSpPr>
          <p:nvPr/>
        </p:nvCxnSpPr>
        <p:spPr>
          <a:xfrm flipH="1">
            <a:off x="4122625" y="1673094"/>
            <a:ext cx="5708" cy="660038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AA3DEA1-FAF4-0499-7CF1-A53C2DF805AC}"/>
              </a:ext>
            </a:extLst>
          </p:cNvPr>
          <p:cNvCxnSpPr>
            <a:cxnSpLocks/>
            <a:stCxn id="150" idx="2"/>
          </p:cNvCxnSpPr>
          <p:nvPr/>
        </p:nvCxnSpPr>
        <p:spPr>
          <a:xfrm flipH="1">
            <a:off x="4930267" y="1689560"/>
            <a:ext cx="1980" cy="63586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A67A00B-EC89-B3FC-1A1D-E9654396C6DC}"/>
              </a:ext>
            </a:extLst>
          </p:cNvPr>
          <p:cNvCxnSpPr>
            <a:cxnSpLocks/>
          </p:cNvCxnSpPr>
          <p:nvPr/>
        </p:nvCxnSpPr>
        <p:spPr>
          <a:xfrm flipH="1">
            <a:off x="4121105" y="1034905"/>
            <a:ext cx="9788" cy="44131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94866CF-3524-9BB0-B9F6-0BC211FA48D5}"/>
              </a:ext>
            </a:extLst>
          </p:cNvPr>
          <p:cNvCxnSpPr>
            <a:cxnSpLocks/>
          </p:cNvCxnSpPr>
          <p:nvPr/>
        </p:nvCxnSpPr>
        <p:spPr>
          <a:xfrm flipH="1">
            <a:off x="4934494" y="1044803"/>
            <a:ext cx="9788" cy="44131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Arc 120">
            <a:extLst>
              <a:ext uri="{FF2B5EF4-FFF2-40B4-BE49-F238E27FC236}">
                <a16:creationId xmlns:a16="http://schemas.microsoft.com/office/drawing/2014/main" id="{0BFF228D-46C4-1504-B43E-FA743BEA7EBB}"/>
              </a:ext>
            </a:extLst>
          </p:cNvPr>
          <p:cNvSpPr/>
          <p:nvPr/>
        </p:nvSpPr>
        <p:spPr>
          <a:xfrm rot="16389201">
            <a:off x="4068829" y="1010895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26DEAF0-39E2-21EF-91EA-B556DF44C1C5}"/>
              </a:ext>
            </a:extLst>
          </p:cNvPr>
          <p:cNvCxnSpPr>
            <a:cxnSpLocks/>
            <a:endCxn id="124" idx="2"/>
          </p:cNvCxnSpPr>
          <p:nvPr/>
        </p:nvCxnSpPr>
        <p:spPr>
          <a:xfrm>
            <a:off x="4182857" y="947023"/>
            <a:ext cx="704438" cy="10108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Arc 123">
            <a:extLst>
              <a:ext uri="{FF2B5EF4-FFF2-40B4-BE49-F238E27FC236}">
                <a16:creationId xmlns:a16="http://schemas.microsoft.com/office/drawing/2014/main" id="{F13F845D-4D44-FF8B-02FD-A161D6471E97}"/>
              </a:ext>
            </a:extLst>
          </p:cNvPr>
          <p:cNvSpPr/>
          <p:nvPr/>
        </p:nvSpPr>
        <p:spPr>
          <a:xfrm rot="5210799" flipH="1">
            <a:off x="4778767" y="1017245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C5F788F-7232-9FBC-2916-BEE452DE4D67}"/>
              </a:ext>
            </a:extLst>
          </p:cNvPr>
          <p:cNvGrpSpPr/>
          <p:nvPr/>
        </p:nvGrpSpPr>
        <p:grpSpPr>
          <a:xfrm>
            <a:off x="4122545" y="1398897"/>
            <a:ext cx="94195" cy="348606"/>
            <a:chOff x="3056566" y="4669171"/>
            <a:chExt cx="107421" cy="348606"/>
          </a:xfrm>
        </p:grpSpPr>
        <p:sp>
          <p:nvSpPr>
            <p:cNvPr id="126" name="Arc 125">
              <a:extLst>
                <a:ext uri="{FF2B5EF4-FFF2-40B4-BE49-F238E27FC236}">
                  <a16:creationId xmlns:a16="http://schemas.microsoft.com/office/drawing/2014/main" id="{0998C71A-440F-8AF4-8CEA-3D630BE1041F}"/>
                </a:ext>
              </a:extLst>
            </p:cNvPr>
            <p:cNvSpPr/>
            <p:nvPr/>
          </p:nvSpPr>
          <p:spPr>
            <a:xfrm rot="10800000">
              <a:off x="3056566" y="4669171"/>
              <a:ext cx="97896" cy="115887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14EADB0-7736-CF81-48BD-67908FA54376}"/>
                </a:ext>
              </a:extLst>
            </p:cNvPr>
            <p:cNvCxnSpPr>
              <a:cxnSpLocks/>
            </p:cNvCxnSpPr>
            <p:nvPr/>
          </p:nvCxnSpPr>
          <p:spPr>
            <a:xfrm>
              <a:off x="3092450" y="4785059"/>
              <a:ext cx="65187" cy="54918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858A0185-6430-23B2-261E-10D423EE0673}"/>
                </a:ext>
              </a:extLst>
            </p:cNvPr>
            <p:cNvGrpSpPr/>
            <p:nvPr/>
          </p:nvGrpSpPr>
          <p:grpSpPr>
            <a:xfrm flipV="1">
              <a:off x="3062916" y="4846971"/>
              <a:ext cx="101071" cy="170806"/>
              <a:chOff x="3208966" y="4821571"/>
              <a:chExt cx="101071" cy="170806"/>
            </a:xfrm>
          </p:grpSpPr>
          <p:sp>
            <p:nvSpPr>
              <p:cNvPr id="132" name="Arc 131">
                <a:extLst>
                  <a:ext uri="{FF2B5EF4-FFF2-40B4-BE49-F238E27FC236}">
                    <a16:creationId xmlns:a16="http://schemas.microsoft.com/office/drawing/2014/main" id="{3C7390BD-618A-8924-7D29-68328A640BF9}"/>
                  </a:ext>
                </a:extLst>
              </p:cNvPr>
              <p:cNvSpPr/>
              <p:nvPr/>
            </p:nvSpPr>
            <p:spPr>
              <a:xfrm rot="10800000">
                <a:off x="3208966" y="4821571"/>
                <a:ext cx="97896" cy="115887"/>
              </a:xfrm>
              <a:prstGeom prst="arc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EC90D004-2804-460B-8E53-49BC7F7B51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4850" y="4937459"/>
                <a:ext cx="65187" cy="54918"/>
              </a:xfrm>
              <a:prstGeom prst="line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EBBC339-0F63-8810-08EA-93E0B14DE23E}"/>
              </a:ext>
            </a:extLst>
          </p:cNvPr>
          <p:cNvGrpSpPr/>
          <p:nvPr/>
        </p:nvGrpSpPr>
        <p:grpSpPr>
          <a:xfrm flipH="1">
            <a:off x="4843620" y="1398897"/>
            <a:ext cx="94195" cy="348606"/>
            <a:chOff x="3056566" y="4669171"/>
            <a:chExt cx="107421" cy="348606"/>
          </a:xfrm>
        </p:grpSpPr>
        <p:sp>
          <p:nvSpPr>
            <p:cNvPr id="147" name="Arc 146">
              <a:extLst>
                <a:ext uri="{FF2B5EF4-FFF2-40B4-BE49-F238E27FC236}">
                  <a16:creationId xmlns:a16="http://schemas.microsoft.com/office/drawing/2014/main" id="{A7F577F0-6672-1946-8D76-D29FFB5C725C}"/>
                </a:ext>
              </a:extLst>
            </p:cNvPr>
            <p:cNvSpPr/>
            <p:nvPr/>
          </p:nvSpPr>
          <p:spPr>
            <a:xfrm rot="10800000">
              <a:off x="3056566" y="4669171"/>
              <a:ext cx="97896" cy="115887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983BFC9-ED1D-4EE5-8217-868B950CF479}"/>
                </a:ext>
              </a:extLst>
            </p:cNvPr>
            <p:cNvCxnSpPr>
              <a:cxnSpLocks/>
            </p:cNvCxnSpPr>
            <p:nvPr/>
          </p:nvCxnSpPr>
          <p:spPr>
            <a:xfrm>
              <a:off x="3092450" y="4785059"/>
              <a:ext cx="65187" cy="54918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75892A00-1798-C2CB-9087-DB6600A952C8}"/>
                </a:ext>
              </a:extLst>
            </p:cNvPr>
            <p:cNvGrpSpPr/>
            <p:nvPr/>
          </p:nvGrpSpPr>
          <p:grpSpPr>
            <a:xfrm flipV="1">
              <a:off x="3062916" y="4846971"/>
              <a:ext cx="101071" cy="170806"/>
              <a:chOff x="3208966" y="4821571"/>
              <a:chExt cx="101071" cy="170806"/>
            </a:xfrm>
          </p:grpSpPr>
          <p:sp>
            <p:nvSpPr>
              <p:cNvPr id="150" name="Arc 149">
                <a:extLst>
                  <a:ext uri="{FF2B5EF4-FFF2-40B4-BE49-F238E27FC236}">
                    <a16:creationId xmlns:a16="http://schemas.microsoft.com/office/drawing/2014/main" id="{3C389F59-B0FB-A34D-D7DC-BD3DF282B5C8}"/>
                  </a:ext>
                </a:extLst>
              </p:cNvPr>
              <p:cNvSpPr/>
              <p:nvPr/>
            </p:nvSpPr>
            <p:spPr>
              <a:xfrm rot="10800000">
                <a:off x="3208966" y="4821571"/>
                <a:ext cx="97896" cy="115887"/>
              </a:xfrm>
              <a:prstGeom prst="arc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B4987C3C-EAA1-EDDF-E517-9C2503F96C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4850" y="4937459"/>
                <a:ext cx="65187" cy="54918"/>
              </a:xfrm>
              <a:prstGeom prst="line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3" name="Arc 152">
            <a:extLst>
              <a:ext uri="{FF2B5EF4-FFF2-40B4-BE49-F238E27FC236}">
                <a16:creationId xmlns:a16="http://schemas.microsoft.com/office/drawing/2014/main" id="{82E73C04-7717-4231-AA72-781995CA3779}"/>
              </a:ext>
            </a:extLst>
          </p:cNvPr>
          <p:cNvSpPr/>
          <p:nvPr/>
        </p:nvSpPr>
        <p:spPr>
          <a:xfrm rot="5210799" flipV="1">
            <a:off x="4062697" y="2273159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Arc 154">
            <a:extLst>
              <a:ext uri="{FF2B5EF4-FFF2-40B4-BE49-F238E27FC236}">
                <a16:creationId xmlns:a16="http://schemas.microsoft.com/office/drawing/2014/main" id="{FC22C9A5-D2C2-E861-50AC-6357C318202D}"/>
              </a:ext>
            </a:extLst>
          </p:cNvPr>
          <p:cNvSpPr/>
          <p:nvPr/>
        </p:nvSpPr>
        <p:spPr>
          <a:xfrm rot="16389201" flipH="1" flipV="1">
            <a:off x="4760955" y="2270900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C55E8029-DF00-CD75-BF3D-E7995F3C6301}"/>
              </a:ext>
            </a:extLst>
          </p:cNvPr>
          <p:cNvSpPr/>
          <p:nvPr/>
        </p:nvSpPr>
        <p:spPr>
          <a:xfrm rot="15822967" flipH="1" flipV="1">
            <a:off x="3861060" y="2266761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F2607F7F-C29D-C491-EEEE-0420F00E0522}"/>
              </a:ext>
            </a:extLst>
          </p:cNvPr>
          <p:cNvCxnSpPr>
            <a:cxnSpLocks/>
            <a:stCxn id="172" idx="0"/>
          </p:cNvCxnSpPr>
          <p:nvPr/>
        </p:nvCxnSpPr>
        <p:spPr>
          <a:xfrm>
            <a:off x="4027424" y="1571655"/>
            <a:ext cx="1664" cy="749409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Arc 165">
            <a:extLst>
              <a:ext uri="{FF2B5EF4-FFF2-40B4-BE49-F238E27FC236}">
                <a16:creationId xmlns:a16="http://schemas.microsoft.com/office/drawing/2014/main" id="{73D8143B-18F6-8C8C-2161-7F6F8E6B7105}"/>
              </a:ext>
            </a:extLst>
          </p:cNvPr>
          <p:cNvSpPr/>
          <p:nvPr/>
        </p:nvSpPr>
        <p:spPr>
          <a:xfrm rot="5798135" flipH="1" flipV="1">
            <a:off x="3202702" y="950933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Arc 166">
            <a:extLst>
              <a:ext uri="{FF2B5EF4-FFF2-40B4-BE49-F238E27FC236}">
                <a16:creationId xmlns:a16="http://schemas.microsoft.com/office/drawing/2014/main" id="{2F540C58-0338-7CCD-C76D-8294EA806795}"/>
              </a:ext>
            </a:extLst>
          </p:cNvPr>
          <p:cNvSpPr/>
          <p:nvPr/>
        </p:nvSpPr>
        <p:spPr>
          <a:xfrm rot="15801865" flipV="1">
            <a:off x="3838152" y="982809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4956B38-A0B6-D1D2-D982-63D6BDFAF5C9}"/>
              </a:ext>
            </a:extLst>
          </p:cNvPr>
          <p:cNvCxnSpPr>
            <a:cxnSpLocks/>
            <a:endCxn id="167" idx="2"/>
          </p:cNvCxnSpPr>
          <p:nvPr/>
        </p:nvCxnSpPr>
        <p:spPr>
          <a:xfrm>
            <a:off x="3316730" y="885021"/>
            <a:ext cx="623897" cy="38265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97C594C5-A860-EC1D-93AA-9D5A75D26FFD}"/>
              </a:ext>
            </a:extLst>
          </p:cNvPr>
          <p:cNvCxnSpPr>
            <a:cxnSpLocks/>
            <a:stCxn id="167" idx="0"/>
          </p:cNvCxnSpPr>
          <p:nvPr/>
        </p:nvCxnSpPr>
        <p:spPr>
          <a:xfrm>
            <a:off x="4005562" y="1029469"/>
            <a:ext cx="5521" cy="34062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Arc 171">
            <a:extLst>
              <a:ext uri="{FF2B5EF4-FFF2-40B4-BE49-F238E27FC236}">
                <a16:creationId xmlns:a16="http://schemas.microsoft.com/office/drawing/2014/main" id="{245E1E95-CB62-2C95-8204-19186B3B27D9}"/>
              </a:ext>
            </a:extLst>
          </p:cNvPr>
          <p:cNvSpPr/>
          <p:nvPr/>
        </p:nvSpPr>
        <p:spPr>
          <a:xfrm rot="15801865" flipV="1">
            <a:off x="3880361" y="1522989"/>
            <a:ext cx="182773" cy="112105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8AA1E565-3A51-A46E-6ED9-43407F3AB53A}"/>
              </a:ext>
            </a:extLst>
          </p:cNvPr>
          <p:cNvCxnSpPr>
            <a:cxnSpLocks/>
          </p:cNvCxnSpPr>
          <p:nvPr/>
        </p:nvCxnSpPr>
        <p:spPr>
          <a:xfrm>
            <a:off x="3626612" y="1488087"/>
            <a:ext cx="346612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Arc 181">
            <a:extLst>
              <a:ext uri="{FF2B5EF4-FFF2-40B4-BE49-F238E27FC236}">
                <a16:creationId xmlns:a16="http://schemas.microsoft.com/office/drawing/2014/main" id="{7FE463CF-19F6-6901-0D44-9942FFB41F83}"/>
              </a:ext>
            </a:extLst>
          </p:cNvPr>
          <p:cNvSpPr/>
          <p:nvPr/>
        </p:nvSpPr>
        <p:spPr>
          <a:xfrm rot="5210799" flipV="1">
            <a:off x="3202702" y="2303913"/>
            <a:ext cx="228057" cy="107483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2C5BBE1-556D-B66C-64C9-1B6525B19333}"/>
              </a:ext>
            </a:extLst>
          </p:cNvPr>
          <p:cNvCxnSpPr>
            <a:cxnSpLocks/>
            <a:stCxn id="166" idx="0"/>
          </p:cNvCxnSpPr>
          <p:nvPr/>
        </p:nvCxnSpPr>
        <p:spPr>
          <a:xfrm>
            <a:off x="3263348" y="997593"/>
            <a:ext cx="1691" cy="137251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4DFA614E-850C-1CAA-3057-0029E5BDDAAC}"/>
              </a:ext>
            </a:extLst>
          </p:cNvPr>
          <p:cNvCxnSpPr>
            <a:cxnSpLocks/>
          </p:cNvCxnSpPr>
          <p:nvPr/>
        </p:nvCxnSpPr>
        <p:spPr>
          <a:xfrm>
            <a:off x="3591402" y="1153626"/>
            <a:ext cx="0" cy="30321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Arc 187">
            <a:extLst>
              <a:ext uri="{FF2B5EF4-FFF2-40B4-BE49-F238E27FC236}">
                <a16:creationId xmlns:a16="http://schemas.microsoft.com/office/drawing/2014/main" id="{B483F62C-D33D-59AA-ECD8-08DF61462C46}"/>
              </a:ext>
            </a:extLst>
          </p:cNvPr>
          <p:cNvSpPr/>
          <p:nvPr/>
        </p:nvSpPr>
        <p:spPr>
          <a:xfrm rot="297361">
            <a:off x="3589516" y="1097132"/>
            <a:ext cx="105820" cy="136758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2DF1935E-6057-D3A9-2949-EF7210965531}"/>
              </a:ext>
            </a:extLst>
          </p:cNvPr>
          <p:cNvCxnSpPr>
            <a:cxnSpLocks/>
          </p:cNvCxnSpPr>
          <p:nvPr/>
        </p:nvCxnSpPr>
        <p:spPr>
          <a:xfrm>
            <a:off x="3695014" y="1153626"/>
            <a:ext cx="0" cy="192155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C272879-B942-BF33-6F76-31A4B7593FD4}"/>
              </a:ext>
            </a:extLst>
          </p:cNvPr>
          <p:cNvCxnSpPr>
            <a:cxnSpLocks/>
            <a:endCxn id="194" idx="2"/>
          </p:cNvCxnSpPr>
          <p:nvPr/>
        </p:nvCxnSpPr>
        <p:spPr>
          <a:xfrm>
            <a:off x="3601049" y="1737041"/>
            <a:ext cx="4462" cy="437026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8DF559CC-1DCB-65E4-7B92-392D6D22F5A1}"/>
              </a:ext>
            </a:extLst>
          </p:cNvPr>
          <p:cNvCxnSpPr>
            <a:cxnSpLocks/>
            <a:endCxn id="194" idx="0"/>
          </p:cNvCxnSpPr>
          <p:nvPr/>
        </p:nvCxnSpPr>
        <p:spPr>
          <a:xfrm flipH="1">
            <a:off x="3691543" y="1737041"/>
            <a:ext cx="16946" cy="43013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Arc 192">
            <a:extLst>
              <a:ext uri="{FF2B5EF4-FFF2-40B4-BE49-F238E27FC236}">
                <a16:creationId xmlns:a16="http://schemas.microsoft.com/office/drawing/2014/main" id="{CF7F1B90-5DB4-46FB-7D62-AF119EBFD7F7}"/>
              </a:ext>
            </a:extLst>
          </p:cNvPr>
          <p:cNvSpPr/>
          <p:nvPr/>
        </p:nvSpPr>
        <p:spPr>
          <a:xfrm rot="297361">
            <a:off x="3602930" y="1678052"/>
            <a:ext cx="105820" cy="136758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Arc 193">
            <a:extLst>
              <a:ext uri="{FF2B5EF4-FFF2-40B4-BE49-F238E27FC236}">
                <a16:creationId xmlns:a16="http://schemas.microsoft.com/office/drawing/2014/main" id="{D80AF611-AA3C-21AC-B910-44983225E276}"/>
              </a:ext>
            </a:extLst>
          </p:cNvPr>
          <p:cNvSpPr/>
          <p:nvPr/>
        </p:nvSpPr>
        <p:spPr>
          <a:xfrm rot="10800000">
            <a:off x="3605511" y="2108849"/>
            <a:ext cx="86274" cy="130436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5EBD0A2-C94A-9ABB-E098-4BD7E5566D83}"/>
              </a:ext>
            </a:extLst>
          </p:cNvPr>
          <p:cNvCxnSpPr>
            <a:cxnSpLocks/>
          </p:cNvCxnSpPr>
          <p:nvPr/>
        </p:nvCxnSpPr>
        <p:spPr>
          <a:xfrm>
            <a:off x="3699191" y="1370768"/>
            <a:ext cx="318602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Arc 196">
            <a:extLst>
              <a:ext uri="{FF2B5EF4-FFF2-40B4-BE49-F238E27FC236}">
                <a16:creationId xmlns:a16="http://schemas.microsoft.com/office/drawing/2014/main" id="{80F828CF-0652-BDF6-F8C4-FE8AF192B58B}"/>
              </a:ext>
            </a:extLst>
          </p:cNvPr>
          <p:cNvSpPr/>
          <p:nvPr/>
        </p:nvSpPr>
        <p:spPr>
          <a:xfrm rot="8949608">
            <a:off x="3583080" y="1350090"/>
            <a:ext cx="199977" cy="122575"/>
          </a:xfrm>
          <a:prstGeom prst="arc">
            <a:avLst>
              <a:gd name="adj1" fmla="val 19011083"/>
              <a:gd name="adj2" fmla="val 947223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Arc 198">
            <a:extLst>
              <a:ext uri="{FF2B5EF4-FFF2-40B4-BE49-F238E27FC236}">
                <a16:creationId xmlns:a16="http://schemas.microsoft.com/office/drawing/2014/main" id="{2EFE4D1C-7349-5981-4656-9293E9254B78}"/>
              </a:ext>
            </a:extLst>
          </p:cNvPr>
          <p:cNvSpPr/>
          <p:nvPr/>
        </p:nvSpPr>
        <p:spPr>
          <a:xfrm rot="7217379">
            <a:off x="3691253" y="1294992"/>
            <a:ext cx="93268" cy="88405"/>
          </a:xfrm>
          <a:prstGeom prst="arc">
            <a:avLst>
              <a:gd name="adj1" fmla="val 1691492"/>
              <a:gd name="adj2" fmla="val 4274933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Arc 206">
            <a:extLst>
              <a:ext uri="{FF2B5EF4-FFF2-40B4-BE49-F238E27FC236}">
                <a16:creationId xmlns:a16="http://schemas.microsoft.com/office/drawing/2014/main" id="{4A769F49-B360-849D-3915-50809CC6BEF5}"/>
              </a:ext>
            </a:extLst>
          </p:cNvPr>
          <p:cNvSpPr/>
          <p:nvPr/>
        </p:nvSpPr>
        <p:spPr>
          <a:xfrm rot="297361">
            <a:off x="2306354" y="872294"/>
            <a:ext cx="105820" cy="136758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Arc 207">
            <a:extLst>
              <a:ext uri="{FF2B5EF4-FFF2-40B4-BE49-F238E27FC236}">
                <a16:creationId xmlns:a16="http://schemas.microsoft.com/office/drawing/2014/main" id="{B0B5A041-C123-E88A-8575-40A68115CDEF}"/>
              </a:ext>
            </a:extLst>
          </p:cNvPr>
          <p:cNvSpPr/>
          <p:nvPr/>
        </p:nvSpPr>
        <p:spPr>
          <a:xfrm rot="297361">
            <a:off x="2720413" y="1000331"/>
            <a:ext cx="105820" cy="136758"/>
          </a:xfrm>
          <a:prstGeom prst="arc">
            <a:avLst>
              <a:gd name="adj1" fmla="val 10318565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4D49C49A-9A5B-BFBB-AFC4-EBA03536647E}"/>
              </a:ext>
            </a:extLst>
          </p:cNvPr>
          <p:cNvCxnSpPr>
            <a:cxnSpLocks/>
          </p:cNvCxnSpPr>
          <p:nvPr/>
        </p:nvCxnSpPr>
        <p:spPr>
          <a:xfrm flipV="1">
            <a:off x="2719315" y="1064636"/>
            <a:ext cx="0" cy="151421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E1345FC-8525-0D30-AC0D-0476D5F260CA}"/>
              </a:ext>
            </a:extLst>
          </p:cNvPr>
          <p:cNvCxnSpPr>
            <a:cxnSpLocks/>
          </p:cNvCxnSpPr>
          <p:nvPr/>
        </p:nvCxnSpPr>
        <p:spPr>
          <a:xfrm flipH="1" flipV="1">
            <a:off x="2824775" y="1057514"/>
            <a:ext cx="6440" cy="1488812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02D305C6-A316-58D8-CDDB-B61CDB58E885}"/>
              </a:ext>
            </a:extLst>
          </p:cNvPr>
          <p:cNvCxnSpPr>
            <a:cxnSpLocks/>
          </p:cNvCxnSpPr>
          <p:nvPr/>
        </p:nvCxnSpPr>
        <p:spPr>
          <a:xfrm flipH="1" flipV="1">
            <a:off x="3154769" y="980573"/>
            <a:ext cx="9263" cy="151582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B97663F-1329-26AC-088F-95FD302CB8C6}"/>
              </a:ext>
            </a:extLst>
          </p:cNvPr>
          <p:cNvCxnSpPr>
            <a:cxnSpLocks/>
          </p:cNvCxnSpPr>
          <p:nvPr/>
        </p:nvCxnSpPr>
        <p:spPr>
          <a:xfrm flipH="1" flipV="1">
            <a:off x="1945898" y="555894"/>
            <a:ext cx="330658" cy="8282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44B39779-2FAC-30B9-A332-15D2A3BB64E1}"/>
              </a:ext>
            </a:extLst>
          </p:cNvPr>
          <p:cNvCxnSpPr>
            <a:cxnSpLocks/>
          </p:cNvCxnSpPr>
          <p:nvPr/>
        </p:nvCxnSpPr>
        <p:spPr>
          <a:xfrm flipH="1" flipV="1">
            <a:off x="2416349" y="688027"/>
            <a:ext cx="629291" cy="136424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Arc 218">
            <a:extLst>
              <a:ext uri="{FF2B5EF4-FFF2-40B4-BE49-F238E27FC236}">
                <a16:creationId xmlns:a16="http://schemas.microsoft.com/office/drawing/2014/main" id="{B2B26486-A78D-7004-CCC0-C3F83FA196C1}"/>
              </a:ext>
            </a:extLst>
          </p:cNvPr>
          <p:cNvSpPr/>
          <p:nvPr/>
        </p:nvSpPr>
        <p:spPr>
          <a:xfrm rot="16400119" flipV="1">
            <a:off x="2879326" y="858778"/>
            <a:ext cx="306454" cy="244386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Arc 219">
            <a:extLst>
              <a:ext uri="{FF2B5EF4-FFF2-40B4-BE49-F238E27FC236}">
                <a16:creationId xmlns:a16="http://schemas.microsoft.com/office/drawing/2014/main" id="{79F9938E-993D-7DD9-2CCD-02912F9C8287}"/>
              </a:ext>
            </a:extLst>
          </p:cNvPr>
          <p:cNvSpPr/>
          <p:nvPr/>
        </p:nvSpPr>
        <p:spPr>
          <a:xfrm rot="12722421" flipV="1">
            <a:off x="2287714" y="690705"/>
            <a:ext cx="268721" cy="278701"/>
          </a:xfrm>
          <a:prstGeom prst="arc">
            <a:avLst>
              <a:gd name="adj1" fmla="val 17895000"/>
              <a:gd name="adj2" fmla="val 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464DF4E-DAAD-65BB-DDD4-AF659CE36349}"/>
              </a:ext>
            </a:extLst>
          </p:cNvPr>
          <p:cNvCxnSpPr>
            <a:cxnSpLocks/>
            <a:stCxn id="220" idx="2"/>
          </p:cNvCxnSpPr>
          <p:nvPr/>
        </p:nvCxnSpPr>
        <p:spPr>
          <a:xfrm flipH="1" flipV="1">
            <a:off x="2268475" y="688027"/>
            <a:ext cx="39705" cy="60739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98759B17-DB75-8175-2A22-376053C4C71C}"/>
              </a:ext>
            </a:extLst>
          </p:cNvPr>
          <p:cNvCxnSpPr>
            <a:cxnSpLocks/>
          </p:cNvCxnSpPr>
          <p:nvPr/>
        </p:nvCxnSpPr>
        <p:spPr>
          <a:xfrm>
            <a:off x="2268475" y="632913"/>
            <a:ext cx="3941" cy="50171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CC495FA6-4368-80C5-F4FA-8609763B8C70}"/>
              </a:ext>
            </a:extLst>
          </p:cNvPr>
          <p:cNvGrpSpPr/>
          <p:nvPr/>
        </p:nvGrpSpPr>
        <p:grpSpPr>
          <a:xfrm>
            <a:off x="234708" y="385697"/>
            <a:ext cx="1613373" cy="2609559"/>
            <a:chOff x="341587" y="565441"/>
            <a:chExt cx="1613373" cy="2609559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42F59A7B-2205-A091-91F7-F30121BB3B02}"/>
                </a:ext>
              </a:extLst>
            </p:cNvPr>
            <p:cNvSpPr/>
            <p:nvPr/>
          </p:nvSpPr>
          <p:spPr>
            <a:xfrm>
              <a:off x="414812" y="565441"/>
              <a:ext cx="1380122" cy="2609559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AA688D2E-0821-CCF5-BDD1-0596DBC1D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75000"/>
            </a:blip>
            <a:stretch>
              <a:fillRect/>
            </a:stretch>
          </p:blipFill>
          <p:spPr>
            <a:xfrm>
              <a:off x="501651" y="1536819"/>
              <a:ext cx="1235413" cy="529048"/>
            </a:xfrm>
            <a:prstGeom prst="rect">
              <a:avLst/>
            </a:prstGeom>
          </p:spPr>
        </p:pic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C0459DC-BC1B-941B-3124-CA7207CE032A}"/>
                </a:ext>
              </a:extLst>
            </p:cNvPr>
            <p:cNvSpPr txBox="1"/>
            <p:nvPr/>
          </p:nvSpPr>
          <p:spPr>
            <a:xfrm>
              <a:off x="341587" y="1110340"/>
              <a:ext cx="1526572" cy="369332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2303740"/>
                </a:avLst>
              </a:prstTxWarp>
              <a:spAutoFit/>
            </a:bodyPr>
            <a:lstStyle/>
            <a:p>
              <a:r>
                <a:rPr lang="en-US" dirty="0"/>
                <a:t>COLLECTION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0C6DB8A5-B7C1-C9C8-9730-0BF3D9CFEDE9}"/>
                </a:ext>
              </a:extLst>
            </p:cNvPr>
            <p:cNvSpPr txBox="1"/>
            <p:nvPr/>
          </p:nvSpPr>
          <p:spPr>
            <a:xfrm rot="236252">
              <a:off x="512629" y="2229247"/>
              <a:ext cx="1442331" cy="369332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2899939"/>
                </a:avLst>
              </a:prstTxWarp>
              <a:spAutoFit/>
            </a:bodyPr>
            <a:lstStyle/>
            <a:p>
              <a:r>
                <a:rPr lang="en-US" dirty="0"/>
                <a:t>FOLDER 4</a:t>
              </a: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5C0E4598-186E-F803-98A7-BB916C199E07}"/>
              </a:ext>
            </a:extLst>
          </p:cNvPr>
          <p:cNvGrpSpPr/>
          <p:nvPr/>
        </p:nvGrpSpPr>
        <p:grpSpPr>
          <a:xfrm>
            <a:off x="1489920" y="3366387"/>
            <a:ext cx="4697435" cy="2274512"/>
            <a:chOff x="1489920" y="3366387"/>
            <a:chExt cx="4697435" cy="2274512"/>
          </a:xfrm>
        </p:grpSpPr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917631CE-C6B6-8159-1869-59314E77D985}"/>
                </a:ext>
              </a:extLst>
            </p:cNvPr>
            <p:cNvCxnSpPr>
              <a:cxnSpLocks/>
            </p:cNvCxnSpPr>
            <p:nvPr/>
          </p:nvCxnSpPr>
          <p:spPr>
            <a:xfrm>
              <a:off x="1499823" y="3366387"/>
              <a:ext cx="0" cy="226060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84CC41DD-DEC3-C3A5-96E2-E929261CEC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9823" y="5483425"/>
              <a:ext cx="360547" cy="143562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D1B25C19-CE20-BC4C-FE2F-D0CB89DB1C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0370" y="3734404"/>
              <a:ext cx="0" cy="1749021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18567EB1-4861-5AC6-0E55-B7F7E65A08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2295" y="3715354"/>
              <a:ext cx="0" cy="1749021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50B82365-2D50-0BA2-6CA6-C71FDC6ACD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2294" y="5384893"/>
              <a:ext cx="299752" cy="73025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829CF299-4B50-9F44-D110-2B6A72179F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8972" y="5301571"/>
              <a:ext cx="335217" cy="57922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837B4AAE-C815-6FEB-58FE-9C04314E5C04}"/>
                </a:ext>
              </a:extLst>
            </p:cNvPr>
            <p:cNvCxnSpPr>
              <a:cxnSpLocks/>
              <a:stCxn id="327" idx="2"/>
              <a:endCxn id="319" idx="2"/>
            </p:cNvCxnSpPr>
            <p:nvPr/>
          </p:nvCxnSpPr>
          <p:spPr>
            <a:xfrm flipV="1">
              <a:off x="2873889" y="5247013"/>
              <a:ext cx="663801" cy="3766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4C3FEC6E-9568-6EDF-A3AA-F4272DA8C1DF}"/>
                </a:ext>
              </a:extLst>
            </p:cNvPr>
            <p:cNvCxnSpPr>
              <a:cxnSpLocks/>
            </p:cNvCxnSpPr>
            <p:nvPr/>
          </p:nvCxnSpPr>
          <p:spPr>
            <a:xfrm>
              <a:off x="3731135" y="5253722"/>
              <a:ext cx="695506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4D02F1A1-F6B4-3364-0B78-DFC077667473}"/>
                </a:ext>
              </a:extLst>
            </p:cNvPr>
            <p:cNvCxnSpPr>
              <a:cxnSpLocks/>
              <a:endCxn id="285" idx="2"/>
            </p:cNvCxnSpPr>
            <p:nvPr/>
          </p:nvCxnSpPr>
          <p:spPr>
            <a:xfrm>
              <a:off x="5480598" y="5464375"/>
              <a:ext cx="642387" cy="174277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5E22CC8D-2655-213A-BE22-88D3B181C9FD}"/>
                </a:ext>
              </a:extLst>
            </p:cNvPr>
            <p:cNvCxnSpPr>
              <a:cxnSpLocks/>
            </p:cNvCxnSpPr>
            <p:nvPr/>
          </p:nvCxnSpPr>
          <p:spPr>
            <a:xfrm>
              <a:off x="4631620" y="5301571"/>
              <a:ext cx="639682" cy="83322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Arc 267">
              <a:extLst>
                <a:ext uri="{FF2B5EF4-FFF2-40B4-BE49-F238E27FC236}">
                  <a16:creationId xmlns:a16="http://schemas.microsoft.com/office/drawing/2014/main" id="{B32938A8-D030-F5F0-15FB-3DEA3343552D}"/>
                </a:ext>
              </a:extLst>
            </p:cNvPr>
            <p:cNvSpPr/>
            <p:nvPr/>
          </p:nvSpPr>
          <p:spPr>
            <a:xfrm rot="5924778">
              <a:off x="5189164" y="5241511"/>
              <a:ext cx="176942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598E7285-55B6-DA70-F717-3365748EDA9C}"/>
                </a:ext>
              </a:extLst>
            </p:cNvPr>
            <p:cNvCxnSpPr>
              <a:cxnSpLocks/>
            </p:cNvCxnSpPr>
            <p:nvPr/>
          </p:nvCxnSpPr>
          <p:spPr>
            <a:xfrm>
              <a:off x="5306512" y="3715354"/>
              <a:ext cx="22116" cy="1586217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0" name="Arc 269">
              <a:extLst>
                <a:ext uri="{FF2B5EF4-FFF2-40B4-BE49-F238E27FC236}">
                  <a16:creationId xmlns:a16="http://schemas.microsoft.com/office/drawing/2014/main" id="{6A833A08-C71B-BEA7-3279-B0BBE5C52C26}"/>
                </a:ext>
              </a:extLst>
            </p:cNvPr>
            <p:cNvSpPr/>
            <p:nvPr/>
          </p:nvSpPr>
          <p:spPr>
            <a:xfrm rot="11260068">
              <a:off x="4566850" y="5182078"/>
              <a:ext cx="155156" cy="122575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D728614E-E0CD-E3F2-2530-90E8F28CF397}"/>
                </a:ext>
              </a:extLst>
            </p:cNvPr>
            <p:cNvCxnSpPr>
              <a:cxnSpLocks/>
            </p:cNvCxnSpPr>
            <p:nvPr/>
          </p:nvCxnSpPr>
          <p:spPr>
            <a:xfrm>
              <a:off x="4560373" y="3818484"/>
              <a:ext cx="4108" cy="1424881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Arc 271">
              <a:extLst>
                <a:ext uri="{FF2B5EF4-FFF2-40B4-BE49-F238E27FC236}">
                  <a16:creationId xmlns:a16="http://schemas.microsoft.com/office/drawing/2014/main" id="{0159BAFB-7BA1-6C44-9359-7845CEAC5187}"/>
                </a:ext>
              </a:extLst>
            </p:cNvPr>
            <p:cNvSpPr/>
            <p:nvPr/>
          </p:nvSpPr>
          <p:spPr>
            <a:xfrm rot="16389201">
              <a:off x="4500254" y="3770087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0D5F90A3-93F2-AA7B-EB1D-573ABDD5B5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5710" y="3637618"/>
              <a:ext cx="587012" cy="7394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4" name="Arc 273">
              <a:extLst>
                <a:ext uri="{FF2B5EF4-FFF2-40B4-BE49-F238E27FC236}">
                  <a16:creationId xmlns:a16="http://schemas.microsoft.com/office/drawing/2014/main" id="{C0D189F5-7CB2-ACAE-DD76-4FCE8F13BFB9}"/>
                </a:ext>
              </a:extLst>
            </p:cNvPr>
            <p:cNvSpPr/>
            <p:nvPr/>
          </p:nvSpPr>
          <p:spPr>
            <a:xfrm rot="364793">
              <a:off x="5083610" y="3631617"/>
              <a:ext cx="219507" cy="15043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82F80045-05CE-6DCE-E404-EF07D66CC4A9}"/>
                </a:ext>
              </a:extLst>
            </p:cNvPr>
            <p:cNvCxnSpPr>
              <a:cxnSpLocks/>
            </p:cNvCxnSpPr>
            <p:nvPr/>
          </p:nvCxnSpPr>
          <p:spPr>
            <a:xfrm>
              <a:off x="5411139" y="3673075"/>
              <a:ext cx="23745" cy="171894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EE8880B0-774D-5E33-3A5C-D3887B1BA116}"/>
                </a:ext>
              </a:extLst>
            </p:cNvPr>
            <p:cNvCxnSpPr>
              <a:cxnSpLocks/>
              <a:endCxn id="280" idx="2"/>
            </p:cNvCxnSpPr>
            <p:nvPr/>
          </p:nvCxnSpPr>
          <p:spPr>
            <a:xfrm flipH="1">
              <a:off x="4872606" y="3905343"/>
              <a:ext cx="1422" cy="1161677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Arc 276">
              <a:extLst>
                <a:ext uri="{FF2B5EF4-FFF2-40B4-BE49-F238E27FC236}">
                  <a16:creationId xmlns:a16="http://schemas.microsoft.com/office/drawing/2014/main" id="{7AF8600B-5F3D-68B8-A4F7-58768E1EE6BC}"/>
                </a:ext>
              </a:extLst>
            </p:cNvPr>
            <p:cNvSpPr/>
            <p:nvPr/>
          </p:nvSpPr>
          <p:spPr>
            <a:xfrm rot="12183766">
              <a:off x="5431639" y="5358444"/>
              <a:ext cx="145956" cy="111415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83D461C1-FC75-963E-9542-16AC75ED3664}"/>
                </a:ext>
              </a:extLst>
            </p:cNvPr>
            <p:cNvCxnSpPr>
              <a:cxnSpLocks/>
              <a:endCxn id="280" idx="0"/>
            </p:cNvCxnSpPr>
            <p:nvPr/>
          </p:nvCxnSpPr>
          <p:spPr>
            <a:xfrm flipH="1">
              <a:off x="4958638" y="3914737"/>
              <a:ext cx="777" cy="1145387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Arc 278">
              <a:extLst>
                <a:ext uri="{FF2B5EF4-FFF2-40B4-BE49-F238E27FC236}">
                  <a16:creationId xmlns:a16="http://schemas.microsoft.com/office/drawing/2014/main" id="{7265F0C0-6FDE-205B-8AB9-7D8834946A6D}"/>
                </a:ext>
              </a:extLst>
            </p:cNvPr>
            <p:cNvSpPr/>
            <p:nvPr/>
          </p:nvSpPr>
          <p:spPr>
            <a:xfrm rot="297361">
              <a:off x="4872606" y="3861977"/>
              <a:ext cx="86274" cy="130436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Arc 279">
              <a:extLst>
                <a:ext uri="{FF2B5EF4-FFF2-40B4-BE49-F238E27FC236}">
                  <a16:creationId xmlns:a16="http://schemas.microsoft.com/office/drawing/2014/main" id="{DC10CF56-E03A-D324-2033-0AD23AD86437}"/>
                </a:ext>
              </a:extLst>
            </p:cNvPr>
            <p:cNvSpPr/>
            <p:nvPr/>
          </p:nvSpPr>
          <p:spPr>
            <a:xfrm rot="10800000">
              <a:off x="4872606" y="5001802"/>
              <a:ext cx="86274" cy="130436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Arc 280">
              <a:extLst>
                <a:ext uri="{FF2B5EF4-FFF2-40B4-BE49-F238E27FC236}">
                  <a16:creationId xmlns:a16="http://schemas.microsoft.com/office/drawing/2014/main" id="{FCFD18F5-725F-7B6A-6A7E-0CFC6B643755}"/>
                </a:ext>
              </a:extLst>
            </p:cNvPr>
            <p:cNvSpPr/>
            <p:nvPr/>
          </p:nvSpPr>
          <p:spPr>
            <a:xfrm rot="16389201">
              <a:off x="5349397" y="3633562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9CD5005D-991C-CFEE-1857-0D26920F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8486" y="3397212"/>
              <a:ext cx="577590" cy="17286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5A943DD6-368D-EAE0-659F-70A72157E7AA}"/>
                </a:ext>
              </a:extLst>
            </p:cNvPr>
            <p:cNvCxnSpPr>
              <a:cxnSpLocks/>
              <a:endCxn id="285" idx="0"/>
            </p:cNvCxnSpPr>
            <p:nvPr/>
          </p:nvCxnSpPr>
          <p:spPr>
            <a:xfrm>
              <a:off x="6141192" y="3451881"/>
              <a:ext cx="32156" cy="208569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Arc 283">
              <a:extLst>
                <a:ext uri="{FF2B5EF4-FFF2-40B4-BE49-F238E27FC236}">
                  <a16:creationId xmlns:a16="http://schemas.microsoft.com/office/drawing/2014/main" id="{10F9EE54-BCD6-DDA2-8C6D-8CCC226B21E0}"/>
                </a:ext>
              </a:extLst>
            </p:cNvPr>
            <p:cNvSpPr/>
            <p:nvPr/>
          </p:nvSpPr>
          <p:spPr>
            <a:xfrm rot="21145038">
              <a:off x="5913265" y="3399842"/>
              <a:ext cx="219507" cy="150433"/>
            </a:xfrm>
            <a:prstGeom prst="arc">
              <a:avLst>
                <a:gd name="adj1" fmla="val 17533406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Arc 284">
              <a:extLst>
                <a:ext uri="{FF2B5EF4-FFF2-40B4-BE49-F238E27FC236}">
                  <a16:creationId xmlns:a16="http://schemas.microsoft.com/office/drawing/2014/main" id="{30E52980-B02F-6FB4-709F-611E07D4BA1C}"/>
                </a:ext>
              </a:extLst>
            </p:cNvPr>
            <p:cNvSpPr/>
            <p:nvPr/>
          </p:nvSpPr>
          <p:spPr>
            <a:xfrm rot="4558492">
              <a:off x="6032738" y="5498686"/>
              <a:ext cx="176942" cy="107483"/>
            </a:xfrm>
            <a:prstGeom prst="arc">
              <a:avLst>
                <a:gd name="adj1" fmla="val 16200000"/>
                <a:gd name="adj2" fmla="val 760754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158F45B-3FA2-2FED-FF87-BDA1F079162C}"/>
                </a:ext>
              </a:extLst>
            </p:cNvPr>
            <p:cNvCxnSpPr>
              <a:cxnSpLocks/>
              <a:stCxn id="288" idx="0"/>
              <a:endCxn id="289" idx="2"/>
            </p:cNvCxnSpPr>
            <p:nvPr/>
          </p:nvCxnSpPr>
          <p:spPr>
            <a:xfrm>
              <a:off x="5710350" y="3793287"/>
              <a:ext cx="120" cy="145785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AB4C9D36-543D-CF55-E4C3-A9CBD1064B10}"/>
                </a:ext>
              </a:extLst>
            </p:cNvPr>
            <p:cNvCxnSpPr>
              <a:cxnSpLocks/>
              <a:endCxn id="289" idx="0"/>
            </p:cNvCxnSpPr>
            <p:nvPr/>
          </p:nvCxnSpPr>
          <p:spPr>
            <a:xfrm flipH="1">
              <a:off x="5796502" y="3778185"/>
              <a:ext cx="777" cy="1466062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Arc 287">
              <a:extLst>
                <a:ext uri="{FF2B5EF4-FFF2-40B4-BE49-F238E27FC236}">
                  <a16:creationId xmlns:a16="http://schemas.microsoft.com/office/drawing/2014/main" id="{D43A4D29-9C5A-EEC2-C0C1-30AF9419B1C4}"/>
                </a:ext>
              </a:extLst>
            </p:cNvPr>
            <p:cNvSpPr/>
            <p:nvPr/>
          </p:nvSpPr>
          <p:spPr>
            <a:xfrm rot="297361">
              <a:off x="5710470" y="3725425"/>
              <a:ext cx="86274" cy="130436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Arc 288">
              <a:extLst>
                <a:ext uri="{FF2B5EF4-FFF2-40B4-BE49-F238E27FC236}">
                  <a16:creationId xmlns:a16="http://schemas.microsoft.com/office/drawing/2014/main" id="{485254CE-A572-9632-0AFE-40B48DDF7238}"/>
                </a:ext>
              </a:extLst>
            </p:cNvPr>
            <p:cNvSpPr/>
            <p:nvPr/>
          </p:nvSpPr>
          <p:spPr>
            <a:xfrm rot="10800000">
              <a:off x="5710470" y="5185925"/>
              <a:ext cx="86274" cy="130436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6C701784-0A21-D89D-0123-8D094C22B279}"/>
                </a:ext>
              </a:extLst>
            </p:cNvPr>
            <p:cNvCxnSpPr>
              <a:cxnSpLocks/>
              <a:endCxn id="293" idx="2"/>
            </p:cNvCxnSpPr>
            <p:nvPr/>
          </p:nvCxnSpPr>
          <p:spPr>
            <a:xfrm>
              <a:off x="4019601" y="4550208"/>
              <a:ext cx="10031" cy="43702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6ABBD64A-04C6-0C60-A31E-407AD0429BDB}"/>
                </a:ext>
              </a:extLst>
            </p:cNvPr>
            <p:cNvCxnSpPr>
              <a:cxnSpLocks/>
              <a:endCxn id="293" idx="0"/>
            </p:cNvCxnSpPr>
            <p:nvPr/>
          </p:nvCxnSpPr>
          <p:spPr>
            <a:xfrm flipH="1">
              <a:off x="4115664" y="4550208"/>
              <a:ext cx="11378" cy="43013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Arc 291">
              <a:extLst>
                <a:ext uri="{FF2B5EF4-FFF2-40B4-BE49-F238E27FC236}">
                  <a16:creationId xmlns:a16="http://schemas.microsoft.com/office/drawing/2014/main" id="{1B68CA42-836F-ADCF-CA38-C7B51A8B45AB}"/>
                </a:ext>
              </a:extLst>
            </p:cNvPr>
            <p:cNvSpPr/>
            <p:nvPr/>
          </p:nvSpPr>
          <p:spPr>
            <a:xfrm rot="297361">
              <a:off x="4021482" y="4491219"/>
              <a:ext cx="105820" cy="136758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Arc 292">
              <a:extLst>
                <a:ext uri="{FF2B5EF4-FFF2-40B4-BE49-F238E27FC236}">
                  <a16:creationId xmlns:a16="http://schemas.microsoft.com/office/drawing/2014/main" id="{4972DFEF-161A-744A-0E49-706C4478D0DF}"/>
                </a:ext>
              </a:extLst>
            </p:cNvPr>
            <p:cNvSpPr/>
            <p:nvPr/>
          </p:nvSpPr>
          <p:spPr>
            <a:xfrm rot="10800000">
              <a:off x="4029632" y="4922016"/>
              <a:ext cx="86274" cy="130436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A2FB75EE-EBFE-B50D-9F6D-874E93DCCEB0}"/>
                </a:ext>
              </a:extLst>
            </p:cNvPr>
            <p:cNvCxnSpPr>
              <a:cxnSpLocks/>
              <a:endCxn id="297" idx="2"/>
            </p:cNvCxnSpPr>
            <p:nvPr/>
          </p:nvCxnSpPr>
          <p:spPr>
            <a:xfrm>
              <a:off x="4022703" y="4008177"/>
              <a:ext cx="10031" cy="215989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E2C75577-4329-1AB0-5BF9-7E13F12AC0E4}"/>
                </a:ext>
              </a:extLst>
            </p:cNvPr>
            <p:cNvCxnSpPr>
              <a:cxnSpLocks/>
              <a:endCxn id="297" idx="0"/>
            </p:cNvCxnSpPr>
            <p:nvPr/>
          </p:nvCxnSpPr>
          <p:spPr>
            <a:xfrm flipH="1">
              <a:off x="4118765" y="4008177"/>
              <a:ext cx="11378" cy="209093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Arc 295">
              <a:extLst>
                <a:ext uri="{FF2B5EF4-FFF2-40B4-BE49-F238E27FC236}">
                  <a16:creationId xmlns:a16="http://schemas.microsoft.com/office/drawing/2014/main" id="{52EEF4FF-4C59-1D09-C195-069CCFA92A47}"/>
                </a:ext>
              </a:extLst>
            </p:cNvPr>
            <p:cNvSpPr/>
            <p:nvPr/>
          </p:nvSpPr>
          <p:spPr>
            <a:xfrm rot="297361">
              <a:off x="4024584" y="3949188"/>
              <a:ext cx="105820" cy="136758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Arc 296">
              <a:extLst>
                <a:ext uri="{FF2B5EF4-FFF2-40B4-BE49-F238E27FC236}">
                  <a16:creationId xmlns:a16="http://schemas.microsoft.com/office/drawing/2014/main" id="{31CAD7A7-34D3-0B9D-BA8C-1A96CB928059}"/>
                </a:ext>
              </a:extLst>
            </p:cNvPr>
            <p:cNvSpPr/>
            <p:nvPr/>
          </p:nvSpPr>
          <p:spPr>
            <a:xfrm rot="10800000">
              <a:off x="4032733" y="4158948"/>
              <a:ext cx="86274" cy="130436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82BAEFE0-B082-EAC2-223B-58F1911C7E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4283" y="4486261"/>
              <a:ext cx="5708" cy="660038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726DCD1B-1D6B-3458-67C6-E77A5375F3FB}"/>
                </a:ext>
              </a:extLst>
            </p:cNvPr>
            <p:cNvCxnSpPr>
              <a:cxnSpLocks/>
              <a:stCxn id="315" idx="2"/>
            </p:cNvCxnSpPr>
            <p:nvPr/>
          </p:nvCxnSpPr>
          <p:spPr>
            <a:xfrm flipH="1">
              <a:off x="4481925" y="4502727"/>
              <a:ext cx="1980" cy="635862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0550E035-DDDF-B902-70D3-01E5D8D2AF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2763" y="3848072"/>
              <a:ext cx="9788" cy="441312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D2B670F-9AE8-0923-BD54-BC07661938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6152" y="3857970"/>
              <a:ext cx="9788" cy="441312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2" name="Arc 301">
              <a:extLst>
                <a:ext uri="{FF2B5EF4-FFF2-40B4-BE49-F238E27FC236}">
                  <a16:creationId xmlns:a16="http://schemas.microsoft.com/office/drawing/2014/main" id="{24958D3E-FF10-8C1C-CC55-CE2A8B9F8D25}"/>
                </a:ext>
              </a:extLst>
            </p:cNvPr>
            <p:cNvSpPr/>
            <p:nvPr/>
          </p:nvSpPr>
          <p:spPr>
            <a:xfrm rot="16389201">
              <a:off x="3620487" y="3824062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3A4A21FE-7A9E-211A-EBE1-6BE2FB8C56A4}"/>
                </a:ext>
              </a:extLst>
            </p:cNvPr>
            <p:cNvCxnSpPr>
              <a:cxnSpLocks/>
              <a:endCxn id="304" idx="2"/>
            </p:cNvCxnSpPr>
            <p:nvPr/>
          </p:nvCxnSpPr>
          <p:spPr>
            <a:xfrm>
              <a:off x="3734515" y="3760190"/>
              <a:ext cx="704438" cy="10108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Arc 303">
              <a:extLst>
                <a:ext uri="{FF2B5EF4-FFF2-40B4-BE49-F238E27FC236}">
                  <a16:creationId xmlns:a16="http://schemas.microsoft.com/office/drawing/2014/main" id="{DD188F6D-EAE8-CBFB-1F80-06592DDB130C}"/>
                </a:ext>
              </a:extLst>
            </p:cNvPr>
            <p:cNvSpPr/>
            <p:nvPr/>
          </p:nvSpPr>
          <p:spPr>
            <a:xfrm rot="5210799" flipH="1">
              <a:off x="4330425" y="3830412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DD6E57E9-CB62-AAAB-F7CA-DFA1E609CAB3}"/>
                </a:ext>
              </a:extLst>
            </p:cNvPr>
            <p:cNvGrpSpPr/>
            <p:nvPr/>
          </p:nvGrpSpPr>
          <p:grpSpPr>
            <a:xfrm>
              <a:off x="3674203" y="4212064"/>
              <a:ext cx="94195" cy="348606"/>
              <a:chOff x="3056566" y="4669171"/>
              <a:chExt cx="107421" cy="348606"/>
            </a:xfrm>
          </p:grpSpPr>
          <p:sp>
            <p:nvSpPr>
              <p:cNvPr id="306" name="Arc 305">
                <a:extLst>
                  <a:ext uri="{FF2B5EF4-FFF2-40B4-BE49-F238E27FC236}">
                    <a16:creationId xmlns:a16="http://schemas.microsoft.com/office/drawing/2014/main" id="{C5DC6967-0E34-B9C8-2958-CD72BF101970}"/>
                  </a:ext>
                </a:extLst>
              </p:cNvPr>
              <p:cNvSpPr/>
              <p:nvPr/>
            </p:nvSpPr>
            <p:spPr>
              <a:xfrm rot="10800000">
                <a:off x="3056566" y="4669171"/>
                <a:ext cx="97896" cy="115887"/>
              </a:xfrm>
              <a:prstGeom prst="arc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9DDDD1F9-43F1-C0DA-C51C-D751BF0609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2450" y="4785059"/>
                <a:ext cx="65187" cy="54918"/>
              </a:xfrm>
              <a:prstGeom prst="line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3D5DBDD5-F05E-DAC6-7F8C-7C807E679C56}"/>
                  </a:ext>
                </a:extLst>
              </p:cNvPr>
              <p:cNvGrpSpPr/>
              <p:nvPr/>
            </p:nvGrpSpPr>
            <p:grpSpPr>
              <a:xfrm flipV="1">
                <a:off x="3062916" y="4846971"/>
                <a:ext cx="101071" cy="170806"/>
                <a:chOff x="3208966" y="4821571"/>
                <a:chExt cx="101071" cy="170806"/>
              </a:xfrm>
            </p:grpSpPr>
            <p:sp>
              <p:nvSpPr>
                <p:cNvPr id="309" name="Arc 308">
                  <a:extLst>
                    <a:ext uri="{FF2B5EF4-FFF2-40B4-BE49-F238E27FC236}">
                      <a16:creationId xmlns:a16="http://schemas.microsoft.com/office/drawing/2014/main" id="{435E0DF8-D211-55FA-76EB-8F0634EDF75C}"/>
                    </a:ext>
                  </a:extLst>
                </p:cNvPr>
                <p:cNvSpPr/>
                <p:nvPr/>
              </p:nvSpPr>
              <p:spPr>
                <a:xfrm rot="10800000">
                  <a:off x="3208966" y="4821571"/>
                  <a:ext cx="97896" cy="115887"/>
                </a:xfrm>
                <a:prstGeom prst="arc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97C20A46-321E-4196-DFF2-D5385BD53F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4850" y="4937459"/>
                  <a:ext cx="65187" cy="54918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C3EB9EEA-DF53-476A-A3F1-36CB53F98B69}"/>
                </a:ext>
              </a:extLst>
            </p:cNvPr>
            <p:cNvGrpSpPr/>
            <p:nvPr/>
          </p:nvGrpSpPr>
          <p:grpSpPr>
            <a:xfrm flipH="1">
              <a:off x="4395278" y="4212064"/>
              <a:ext cx="94195" cy="348606"/>
              <a:chOff x="3056566" y="4669171"/>
              <a:chExt cx="107421" cy="348606"/>
            </a:xfrm>
          </p:grpSpPr>
          <p:sp>
            <p:nvSpPr>
              <p:cNvPr id="312" name="Arc 311">
                <a:extLst>
                  <a:ext uri="{FF2B5EF4-FFF2-40B4-BE49-F238E27FC236}">
                    <a16:creationId xmlns:a16="http://schemas.microsoft.com/office/drawing/2014/main" id="{36BC5AFD-A51D-01D1-5AA6-9B0F30687201}"/>
                  </a:ext>
                </a:extLst>
              </p:cNvPr>
              <p:cNvSpPr/>
              <p:nvPr/>
            </p:nvSpPr>
            <p:spPr>
              <a:xfrm rot="10800000">
                <a:off x="3056566" y="4669171"/>
                <a:ext cx="97896" cy="115887"/>
              </a:xfrm>
              <a:prstGeom prst="arc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8507263E-6ACC-4F47-7E85-C7D24DE678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92450" y="4785059"/>
                <a:ext cx="65187" cy="54918"/>
              </a:xfrm>
              <a:prstGeom prst="line">
                <a:avLst/>
              </a:prstGeom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FF6DB8A1-4426-AEB7-E2CF-4E4DB8B2AF29}"/>
                  </a:ext>
                </a:extLst>
              </p:cNvPr>
              <p:cNvGrpSpPr/>
              <p:nvPr/>
            </p:nvGrpSpPr>
            <p:grpSpPr>
              <a:xfrm flipV="1">
                <a:off x="3062916" y="4846971"/>
                <a:ext cx="101071" cy="170806"/>
                <a:chOff x="3208966" y="4821571"/>
                <a:chExt cx="101071" cy="170806"/>
              </a:xfrm>
            </p:grpSpPr>
            <p:sp>
              <p:nvSpPr>
                <p:cNvPr id="315" name="Arc 314">
                  <a:extLst>
                    <a:ext uri="{FF2B5EF4-FFF2-40B4-BE49-F238E27FC236}">
                      <a16:creationId xmlns:a16="http://schemas.microsoft.com/office/drawing/2014/main" id="{24484A43-FFBD-DBF4-A635-8E4F92AAB42C}"/>
                    </a:ext>
                  </a:extLst>
                </p:cNvPr>
                <p:cNvSpPr/>
                <p:nvPr/>
              </p:nvSpPr>
              <p:spPr>
                <a:xfrm rot="10800000">
                  <a:off x="3208966" y="4821571"/>
                  <a:ext cx="97896" cy="115887"/>
                </a:xfrm>
                <a:prstGeom prst="arc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95A4C0C4-9427-F49D-DE84-D3CDF4E30A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44850" y="4937459"/>
                  <a:ext cx="65187" cy="54918"/>
                </a:xfrm>
                <a:prstGeom prst="line">
                  <a:avLst/>
                </a:prstGeom>
                <a:ln w="38100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17" name="Arc 316">
              <a:extLst>
                <a:ext uri="{FF2B5EF4-FFF2-40B4-BE49-F238E27FC236}">
                  <a16:creationId xmlns:a16="http://schemas.microsoft.com/office/drawing/2014/main" id="{42F2869F-1E55-E068-FF81-8AF29EFF631E}"/>
                </a:ext>
              </a:extLst>
            </p:cNvPr>
            <p:cNvSpPr/>
            <p:nvPr/>
          </p:nvSpPr>
          <p:spPr>
            <a:xfrm rot="5210799" flipV="1">
              <a:off x="3614355" y="5086326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Arc 317">
              <a:extLst>
                <a:ext uri="{FF2B5EF4-FFF2-40B4-BE49-F238E27FC236}">
                  <a16:creationId xmlns:a16="http://schemas.microsoft.com/office/drawing/2014/main" id="{4006212E-92E9-C77E-6A12-EE702771FB43}"/>
                </a:ext>
              </a:extLst>
            </p:cNvPr>
            <p:cNvSpPr/>
            <p:nvPr/>
          </p:nvSpPr>
          <p:spPr>
            <a:xfrm rot="16389201" flipH="1" flipV="1">
              <a:off x="4312613" y="5084067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Arc 318">
              <a:extLst>
                <a:ext uri="{FF2B5EF4-FFF2-40B4-BE49-F238E27FC236}">
                  <a16:creationId xmlns:a16="http://schemas.microsoft.com/office/drawing/2014/main" id="{67D67AC2-81F6-0F8E-37C9-9DFA70765C52}"/>
                </a:ext>
              </a:extLst>
            </p:cNvPr>
            <p:cNvSpPr/>
            <p:nvPr/>
          </p:nvSpPr>
          <p:spPr>
            <a:xfrm rot="15822967" flipH="1" flipV="1">
              <a:off x="3412718" y="5079928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DA8F97BF-B408-CD98-2A21-CF8C538CDC29}"/>
                </a:ext>
              </a:extLst>
            </p:cNvPr>
            <p:cNvCxnSpPr>
              <a:cxnSpLocks/>
              <a:stCxn id="325" idx="0"/>
            </p:cNvCxnSpPr>
            <p:nvPr/>
          </p:nvCxnSpPr>
          <p:spPr>
            <a:xfrm>
              <a:off x="3579082" y="4384822"/>
              <a:ext cx="1664" cy="749409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Arc 320">
              <a:extLst>
                <a:ext uri="{FF2B5EF4-FFF2-40B4-BE49-F238E27FC236}">
                  <a16:creationId xmlns:a16="http://schemas.microsoft.com/office/drawing/2014/main" id="{57038ECD-5341-ABA2-A728-FF799AEFBE33}"/>
                </a:ext>
              </a:extLst>
            </p:cNvPr>
            <p:cNvSpPr/>
            <p:nvPr/>
          </p:nvSpPr>
          <p:spPr>
            <a:xfrm rot="5798135" flipH="1" flipV="1">
              <a:off x="2754360" y="3764100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Arc 321">
              <a:extLst>
                <a:ext uri="{FF2B5EF4-FFF2-40B4-BE49-F238E27FC236}">
                  <a16:creationId xmlns:a16="http://schemas.microsoft.com/office/drawing/2014/main" id="{18352ECB-4931-4285-8883-5F880CF5B50E}"/>
                </a:ext>
              </a:extLst>
            </p:cNvPr>
            <p:cNvSpPr/>
            <p:nvPr/>
          </p:nvSpPr>
          <p:spPr>
            <a:xfrm rot="15801865" flipV="1">
              <a:off x="3389810" y="3795976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A6460832-1FE6-639B-0896-9588CE56298C}"/>
                </a:ext>
              </a:extLst>
            </p:cNvPr>
            <p:cNvCxnSpPr>
              <a:cxnSpLocks/>
              <a:endCxn id="322" idx="2"/>
            </p:cNvCxnSpPr>
            <p:nvPr/>
          </p:nvCxnSpPr>
          <p:spPr>
            <a:xfrm>
              <a:off x="2868388" y="3698188"/>
              <a:ext cx="623897" cy="38265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14809F6E-3206-7CCC-5654-8402E90CB6DF}"/>
                </a:ext>
              </a:extLst>
            </p:cNvPr>
            <p:cNvCxnSpPr>
              <a:cxnSpLocks/>
              <a:stCxn id="322" idx="0"/>
            </p:cNvCxnSpPr>
            <p:nvPr/>
          </p:nvCxnSpPr>
          <p:spPr>
            <a:xfrm>
              <a:off x="3557220" y="3842636"/>
              <a:ext cx="5521" cy="34062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Arc 324">
              <a:extLst>
                <a:ext uri="{FF2B5EF4-FFF2-40B4-BE49-F238E27FC236}">
                  <a16:creationId xmlns:a16="http://schemas.microsoft.com/office/drawing/2014/main" id="{9AC4215C-3B0D-9B47-DCE3-773304E391A3}"/>
                </a:ext>
              </a:extLst>
            </p:cNvPr>
            <p:cNvSpPr/>
            <p:nvPr/>
          </p:nvSpPr>
          <p:spPr>
            <a:xfrm rot="15801865" flipV="1">
              <a:off x="3432019" y="4336156"/>
              <a:ext cx="182773" cy="112105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A37FE334-7E60-B5AE-29BD-DA72F3639148}"/>
                </a:ext>
              </a:extLst>
            </p:cNvPr>
            <p:cNvCxnSpPr>
              <a:cxnSpLocks/>
            </p:cNvCxnSpPr>
            <p:nvPr/>
          </p:nvCxnSpPr>
          <p:spPr>
            <a:xfrm>
              <a:off x="3178270" y="4301254"/>
              <a:ext cx="346612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Arc 326">
              <a:extLst>
                <a:ext uri="{FF2B5EF4-FFF2-40B4-BE49-F238E27FC236}">
                  <a16:creationId xmlns:a16="http://schemas.microsoft.com/office/drawing/2014/main" id="{8D2E965A-B15F-B33B-BECF-C13A58047E96}"/>
                </a:ext>
              </a:extLst>
            </p:cNvPr>
            <p:cNvSpPr/>
            <p:nvPr/>
          </p:nvSpPr>
          <p:spPr>
            <a:xfrm rot="5210799" flipV="1">
              <a:off x="2754360" y="5117080"/>
              <a:ext cx="228057" cy="107483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B59E01F0-8E7D-41BB-8507-217F044ACE13}"/>
                </a:ext>
              </a:extLst>
            </p:cNvPr>
            <p:cNvCxnSpPr>
              <a:cxnSpLocks/>
              <a:stCxn id="321" idx="0"/>
            </p:cNvCxnSpPr>
            <p:nvPr/>
          </p:nvCxnSpPr>
          <p:spPr>
            <a:xfrm>
              <a:off x="2815006" y="3810760"/>
              <a:ext cx="1691" cy="137251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050135EB-00D3-CAE8-9384-515B121AB15A}"/>
                </a:ext>
              </a:extLst>
            </p:cNvPr>
            <p:cNvCxnSpPr>
              <a:cxnSpLocks/>
            </p:cNvCxnSpPr>
            <p:nvPr/>
          </p:nvCxnSpPr>
          <p:spPr>
            <a:xfrm>
              <a:off x="3143060" y="3966793"/>
              <a:ext cx="0" cy="30321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Arc 329">
              <a:extLst>
                <a:ext uri="{FF2B5EF4-FFF2-40B4-BE49-F238E27FC236}">
                  <a16:creationId xmlns:a16="http://schemas.microsoft.com/office/drawing/2014/main" id="{2E7D8BB2-5A0F-F68A-137A-1C3D7E9176E8}"/>
                </a:ext>
              </a:extLst>
            </p:cNvPr>
            <p:cNvSpPr/>
            <p:nvPr/>
          </p:nvSpPr>
          <p:spPr>
            <a:xfrm rot="297361">
              <a:off x="3141174" y="3910299"/>
              <a:ext cx="105820" cy="136758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1A1089AA-E208-01E2-9B26-9006EB277C0C}"/>
                </a:ext>
              </a:extLst>
            </p:cNvPr>
            <p:cNvCxnSpPr>
              <a:cxnSpLocks/>
            </p:cNvCxnSpPr>
            <p:nvPr/>
          </p:nvCxnSpPr>
          <p:spPr>
            <a:xfrm>
              <a:off x="3246672" y="3966793"/>
              <a:ext cx="0" cy="192155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FCC2C624-E19B-2845-5A71-9B5527318381}"/>
                </a:ext>
              </a:extLst>
            </p:cNvPr>
            <p:cNvCxnSpPr>
              <a:cxnSpLocks/>
              <a:endCxn id="335" idx="2"/>
            </p:cNvCxnSpPr>
            <p:nvPr/>
          </p:nvCxnSpPr>
          <p:spPr>
            <a:xfrm>
              <a:off x="3152707" y="4550208"/>
              <a:ext cx="4462" cy="437026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1B9C4EAA-CC91-F619-2FC4-D1932F295984}"/>
                </a:ext>
              </a:extLst>
            </p:cNvPr>
            <p:cNvCxnSpPr>
              <a:cxnSpLocks/>
              <a:endCxn id="335" idx="0"/>
            </p:cNvCxnSpPr>
            <p:nvPr/>
          </p:nvCxnSpPr>
          <p:spPr>
            <a:xfrm flipH="1">
              <a:off x="3243201" y="4550208"/>
              <a:ext cx="16946" cy="43013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Arc 333">
              <a:extLst>
                <a:ext uri="{FF2B5EF4-FFF2-40B4-BE49-F238E27FC236}">
                  <a16:creationId xmlns:a16="http://schemas.microsoft.com/office/drawing/2014/main" id="{ED9377F6-7889-F5C1-13B8-FC04867AB850}"/>
                </a:ext>
              </a:extLst>
            </p:cNvPr>
            <p:cNvSpPr/>
            <p:nvPr/>
          </p:nvSpPr>
          <p:spPr>
            <a:xfrm rot="297361">
              <a:off x="3154588" y="4491219"/>
              <a:ext cx="105820" cy="136758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Arc 334">
              <a:extLst>
                <a:ext uri="{FF2B5EF4-FFF2-40B4-BE49-F238E27FC236}">
                  <a16:creationId xmlns:a16="http://schemas.microsoft.com/office/drawing/2014/main" id="{C118D511-AB7A-D3A8-E961-82C81856684C}"/>
                </a:ext>
              </a:extLst>
            </p:cNvPr>
            <p:cNvSpPr/>
            <p:nvPr/>
          </p:nvSpPr>
          <p:spPr>
            <a:xfrm rot="10800000">
              <a:off x="3157169" y="4922016"/>
              <a:ext cx="86274" cy="130436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56EA128F-CD49-7972-FA47-72C9787D6009}"/>
                </a:ext>
              </a:extLst>
            </p:cNvPr>
            <p:cNvCxnSpPr>
              <a:cxnSpLocks/>
            </p:cNvCxnSpPr>
            <p:nvPr/>
          </p:nvCxnSpPr>
          <p:spPr>
            <a:xfrm>
              <a:off x="3250849" y="4183935"/>
              <a:ext cx="318602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Arc 336">
              <a:extLst>
                <a:ext uri="{FF2B5EF4-FFF2-40B4-BE49-F238E27FC236}">
                  <a16:creationId xmlns:a16="http://schemas.microsoft.com/office/drawing/2014/main" id="{CCA39715-2F21-0E64-3A0F-2B9C87538AF8}"/>
                </a:ext>
              </a:extLst>
            </p:cNvPr>
            <p:cNvSpPr/>
            <p:nvPr/>
          </p:nvSpPr>
          <p:spPr>
            <a:xfrm rot="8949608">
              <a:off x="3134738" y="4163257"/>
              <a:ext cx="199977" cy="122575"/>
            </a:xfrm>
            <a:prstGeom prst="arc">
              <a:avLst>
                <a:gd name="adj1" fmla="val 19011083"/>
                <a:gd name="adj2" fmla="val 947223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Arc 337">
              <a:extLst>
                <a:ext uri="{FF2B5EF4-FFF2-40B4-BE49-F238E27FC236}">
                  <a16:creationId xmlns:a16="http://schemas.microsoft.com/office/drawing/2014/main" id="{53D78764-7F93-43D9-37D4-5418E9E8D955}"/>
                </a:ext>
              </a:extLst>
            </p:cNvPr>
            <p:cNvSpPr/>
            <p:nvPr/>
          </p:nvSpPr>
          <p:spPr>
            <a:xfrm rot="7217379">
              <a:off x="3242911" y="4108159"/>
              <a:ext cx="93268" cy="88405"/>
            </a:xfrm>
            <a:prstGeom prst="arc">
              <a:avLst>
                <a:gd name="adj1" fmla="val 1691492"/>
                <a:gd name="adj2" fmla="val 4274933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Arc 338">
              <a:extLst>
                <a:ext uri="{FF2B5EF4-FFF2-40B4-BE49-F238E27FC236}">
                  <a16:creationId xmlns:a16="http://schemas.microsoft.com/office/drawing/2014/main" id="{A8041DC2-F41D-D60E-6FCB-F74AF261D8E8}"/>
                </a:ext>
              </a:extLst>
            </p:cNvPr>
            <p:cNvSpPr/>
            <p:nvPr/>
          </p:nvSpPr>
          <p:spPr>
            <a:xfrm rot="297361">
              <a:off x="1858012" y="3685461"/>
              <a:ext cx="105820" cy="136758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Arc 339">
              <a:extLst>
                <a:ext uri="{FF2B5EF4-FFF2-40B4-BE49-F238E27FC236}">
                  <a16:creationId xmlns:a16="http://schemas.microsoft.com/office/drawing/2014/main" id="{EEECC03B-EDB8-4BAC-CED2-5C3461212129}"/>
                </a:ext>
              </a:extLst>
            </p:cNvPr>
            <p:cNvSpPr/>
            <p:nvPr/>
          </p:nvSpPr>
          <p:spPr>
            <a:xfrm rot="297361">
              <a:off x="2272071" y="3813498"/>
              <a:ext cx="105820" cy="136758"/>
            </a:xfrm>
            <a:prstGeom prst="arc">
              <a:avLst>
                <a:gd name="adj1" fmla="val 10318565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63BA324A-4FFA-3F4A-475B-B54038693E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0973" y="3877803"/>
              <a:ext cx="0" cy="1514212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181A9843-A861-A7F6-21FB-CCCE024410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76433" y="3870681"/>
              <a:ext cx="6440" cy="1488812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E5843350-C11D-B17F-F2DD-87BDCCE2DB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6427" y="3793740"/>
              <a:ext cx="9263" cy="151582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C1F25C8D-30C3-BE3A-667E-40836D5E9E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97556" y="3369061"/>
              <a:ext cx="330658" cy="8282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9C2B7056-A938-DCAE-3B65-FAA94E3380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68007" y="3501194"/>
              <a:ext cx="629291" cy="136424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Arc 345">
              <a:extLst>
                <a:ext uri="{FF2B5EF4-FFF2-40B4-BE49-F238E27FC236}">
                  <a16:creationId xmlns:a16="http://schemas.microsoft.com/office/drawing/2014/main" id="{BEC24C5A-6CE0-21E4-2FDF-3FBD305AAD01}"/>
                </a:ext>
              </a:extLst>
            </p:cNvPr>
            <p:cNvSpPr/>
            <p:nvPr/>
          </p:nvSpPr>
          <p:spPr>
            <a:xfrm rot="16400119" flipV="1">
              <a:off x="2430984" y="3671945"/>
              <a:ext cx="306454" cy="244386"/>
            </a:xfrm>
            <a:prstGeom prst="arc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Arc 346">
              <a:extLst>
                <a:ext uri="{FF2B5EF4-FFF2-40B4-BE49-F238E27FC236}">
                  <a16:creationId xmlns:a16="http://schemas.microsoft.com/office/drawing/2014/main" id="{4021C675-C132-89D9-1812-4D6F95E176C9}"/>
                </a:ext>
              </a:extLst>
            </p:cNvPr>
            <p:cNvSpPr/>
            <p:nvPr/>
          </p:nvSpPr>
          <p:spPr>
            <a:xfrm rot="12722421" flipV="1">
              <a:off x="1839372" y="3503872"/>
              <a:ext cx="268721" cy="278701"/>
            </a:xfrm>
            <a:prstGeom prst="arc">
              <a:avLst>
                <a:gd name="adj1" fmla="val 17895000"/>
                <a:gd name="adj2" fmla="val 0"/>
              </a:avLst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CA036E7B-C94F-9EF6-A657-CDB88687066E}"/>
                </a:ext>
              </a:extLst>
            </p:cNvPr>
            <p:cNvCxnSpPr>
              <a:cxnSpLocks/>
              <a:stCxn id="347" idx="2"/>
            </p:cNvCxnSpPr>
            <p:nvPr/>
          </p:nvCxnSpPr>
          <p:spPr>
            <a:xfrm flipH="1" flipV="1">
              <a:off x="1820133" y="3501194"/>
              <a:ext cx="39705" cy="60739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B944389B-00ED-CFDA-CC6B-EF1B98648C40}"/>
                </a:ext>
              </a:extLst>
            </p:cNvPr>
            <p:cNvCxnSpPr>
              <a:cxnSpLocks/>
            </p:cNvCxnSpPr>
            <p:nvPr/>
          </p:nvCxnSpPr>
          <p:spPr>
            <a:xfrm>
              <a:off x="1820133" y="3446080"/>
              <a:ext cx="3941" cy="50171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59766BB3-9AE0-99E8-F778-AA14BE178DBA}"/>
                </a:ext>
              </a:extLst>
            </p:cNvPr>
            <p:cNvSpPr/>
            <p:nvPr/>
          </p:nvSpPr>
          <p:spPr>
            <a:xfrm>
              <a:off x="1489920" y="3533615"/>
              <a:ext cx="364711" cy="1947620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6AB63812-9BEF-D781-FDE0-4C117902ADB5}"/>
                </a:ext>
              </a:extLst>
            </p:cNvPr>
            <p:cNvSpPr/>
            <p:nvPr/>
          </p:nvSpPr>
          <p:spPr>
            <a:xfrm>
              <a:off x="1946083" y="3693762"/>
              <a:ext cx="330474" cy="168156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C2CDDBD3-A6B3-28E3-45E5-5C8818793C90}"/>
                </a:ext>
              </a:extLst>
            </p:cNvPr>
            <p:cNvSpPr/>
            <p:nvPr/>
          </p:nvSpPr>
          <p:spPr>
            <a:xfrm>
              <a:off x="2388841" y="3735092"/>
              <a:ext cx="330474" cy="1570494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6F51CE7E-F01C-9501-7B7C-281740488CC6}"/>
                </a:ext>
              </a:extLst>
            </p:cNvPr>
            <p:cNvSpPr/>
            <p:nvPr/>
          </p:nvSpPr>
          <p:spPr>
            <a:xfrm>
              <a:off x="2824295" y="3727343"/>
              <a:ext cx="330474" cy="1488812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C5997DA4-3E4D-8C65-F5A7-0611B3F9EAC8}"/>
                </a:ext>
              </a:extLst>
            </p:cNvPr>
            <p:cNvSpPr/>
            <p:nvPr/>
          </p:nvSpPr>
          <p:spPr>
            <a:xfrm rot="20355769">
              <a:off x="1499218" y="5472934"/>
              <a:ext cx="330474" cy="71968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CAFAA0A4-72C0-5704-3E3C-C04C6935B82D}"/>
                </a:ext>
              </a:extLst>
            </p:cNvPr>
            <p:cNvSpPr/>
            <p:nvPr/>
          </p:nvSpPr>
          <p:spPr>
            <a:xfrm rot="21286506">
              <a:off x="1496525" y="5441162"/>
              <a:ext cx="330474" cy="71968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B8955FE4-8B8E-D813-57C7-8A95F3F5D4B6}"/>
                </a:ext>
              </a:extLst>
            </p:cNvPr>
            <p:cNvSpPr/>
            <p:nvPr/>
          </p:nvSpPr>
          <p:spPr>
            <a:xfrm rot="21286506">
              <a:off x="1975314" y="5369094"/>
              <a:ext cx="151722" cy="56478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CF354950-4041-4D1B-2E42-B23A60852E3F}"/>
                </a:ext>
              </a:extLst>
            </p:cNvPr>
            <p:cNvSpPr/>
            <p:nvPr/>
          </p:nvSpPr>
          <p:spPr>
            <a:xfrm rot="20513312">
              <a:off x="2092171" y="5353477"/>
              <a:ext cx="151722" cy="56478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74C707FF-5F4E-7012-7FEE-5BC817B499B1}"/>
                </a:ext>
              </a:extLst>
            </p:cNvPr>
            <p:cNvSpPr/>
            <p:nvPr/>
          </p:nvSpPr>
          <p:spPr>
            <a:xfrm rot="20513312">
              <a:off x="2380932" y="5268573"/>
              <a:ext cx="221606" cy="67153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ABAE08DB-A954-2BFC-87FE-B5FC3B064634}"/>
                </a:ext>
              </a:extLst>
            </p:cNvPr>
            <p:cNvSpPr/>
            <p:nvPr/>
          </p:nvSpPr>
          <p:spPr>
            <a:xfrm rot="21286506">
              <a:off x="1807959" y="3621277"/>
              <a:ext cx="584829" cy="56608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1B5E0F83-22BD-3F55-E04F-95E5BDE960DD}"/>
                </a:ext>
              </a:extLst>
            </p:cNvPr>
            <p:cNvSpPr/>
            <p:nvPr/>
          </p:nvSpPr>
          <p:spPr>
            <a:xfrm>
              <a:off x="2118222" y="3586516"/>
              <a:ext cx="266326" cy="235870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44674359-8349-B4C1-ECDA-A0D8CC01A3A9}"/>
                </a:ext>
              </a:extLst>
            </p:cNvPr>
            <p:cNvSpPr/>
            <p:nvPr/>
          </p:nvSpPr>
          <p:spPr>
            <a:xfrm rot="688153">
              <a:off x="2355767" y="3627822"/>
              <a:ext cx="190646" cy="214773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959ED427-C531-506B-1854-7BCBAF8C029A}"/>
                </a:ext>
              </a:extLst>
            </p:cNvPr>
            <p:cNvSpPr/>
            <p:nvPr/>
          </p:nvSpPr>
          <p:spPr>
            <a:xfrm rot="688153">
              <a:off x="2844225" y="3696215"/>
              <a:ext cx="190646" cy="214773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701E6D3A-6DE8-706F-9C33-67B33944B979}"/>
                </a:ext>
              </a:extLst>
            </p:cNvPr>
            <p:cNvSpPr/>
            <p:nvPr/>
          </p:nvSpPr>
          <p:spPr>
            <a:xfrm rot="688153">
              <a:off x="2465188" y="3651518"/>
              <a:ext cx="190646" cy="214773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CF0EBC2C-E372-7699-66A5-0B1C2F3BA813}"/>
                </a:ext>
              </a:extLst>
            </p:cNvPr>
            <p:cNvSpPr/>
            <p:nvPr/>
          </p:nvSpPr>
          <p:spPr>
            <a:xfrm rot="688153">
              <a:off x="1963109" y="3541331"/>
              <a:ext cx="414826" cy="214773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024CA5EE-89F6-F1AE-B4D3-0908330CE504}"/>
                </a:ext>
              </a:extLst>
            </p:cNvPr>
            <p:cNvSpPr/>
            <p:nvPr/>
          </p:nvSpPr>
          <p:spPr>
            <a:xfrm rot="688153">
              <a:off x="1514991" y="3417998"/>
              <a:ext cx="301785" cy="214773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4D3EF7AC-F23D-186A-3C29-3F13DE59752E}"/>
                </a:ext>
              </a:extLst>
            </p:cNvPr>
            <p:cNvSpPr/>
            <p:nvPr/>
          </p:nvSpPr>
          <p:spPr>
            <a:xfrm>
              <a:off x="1501606" y="3371070"/>
              <a:ext cx="51845" cy="214773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D629E850-2D75-5264-D129-8D19C9AF03A1}"/>
                </a:ext>
              </a:extLst>
            </p:cNvPr>
            <p:cNvSpPr/>
            <p:nvPr/>
          </p:nvSpPr>
          <p:spPr>
            <a:xfrm>
              <a:off x="1809442" y="3551814"/>
              <a:ext cx="301785" cy="118710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1589B446-A4D9-A62D-2BD9-136F3247D711}"/>
                </a:ext>
              </a:extLst>
            </p:cNvPr>
            <p:cNvSpPr/>
            <p:nvPr/>
          </p:nvSpPr>
          <p:spPr>
            <a:xfrm rot="688153">
              <a:off x="1901625" y="3540826"/>
              <a:ext cx="301785" cy="91249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25EE6023-536D-DA9B-CF8D-741DC334CF57}"/>
                </a:ext>
              </a:extLst>
            </p:cNvPr>
            <p:cNvSpPr/>
            <p:nvPr/>
          </p:nvSpPr>
          <p:spPr>
            <a:xfrm rot="688153">
              <a:off x="2404050" y="3678602"/>
              <a:ext cx="301785" cy="76104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817D7997-6169-B3F7-AE7F-FC53D03F3A2B}"/>
                </a:ext>
              </a:extLst>
            </p:cNvPr>
            <p:cNvSpPr/>
            <p:nvPr/>
          </p:nvSpPr>
          <p:spPr>
            <a:xfrm>
              <a:off x="3105905" y="3736006"/>
              <a:ext cx="404355" cy="19127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56093338-68E4-F222-1B80-08DCE51C2BE1}"/>
                </a:ext>
              </a:extLst>
            </p:cNvPr>
            <p:cNvSpPr/>
            <p:nvPr/>
          </p:nvSpPr>
          <p:spPr>
            <a:xfrm>
              <a:off x="3114552" y="4301987"/>
              <a:ext cx="451247" cy="19127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12585540-27AF-B4E5-8E99-CBBA023332E3}"/>
                </a:ext>
              </a:extLst>
            </p:cNvPr>
            <p:cNvSpPr/>
            <p:nvPr/>
          </p:nvSpPr>
          <p:spPr>
            <a:xfrm>
              <a:off x="3250172" y="4444694"/>
              <a:ext cx="315627" cy="799374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2C0175AB-16D2-1AB3-0593-9F3E661615FF}"/>
                </a:ext>
              </a:extLst>
            </p:cNvPr>
            <p:cNvSpPr/>
            <p:nvPr/>
          </p:nvSpPr>
          <p:spPr>
            <a:xfrm>
              <a:off x="3225475" y="3781206"/>
              <a:ext cx="315627" cy="408266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84E1A06F-36AF-F600-F638-B8380ADA915C}"/>
                </a:ext>
              </a:extLst>
            </p:cNvPr>
            <p:cNvSpPr/>
            <p:nvPr/>
          </p:nvSpPr>
          <p:spPr>
            <a:xfrm>
              <a:off x="3253924" y="3813777"/>
              <a:ext cx="315627" cy="34304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7D5F0B63-C32F-BA40-9863-63558C5342FC}"/>
                </a:ext>
              </a:extLst>
            </p:cNvPr>
            <p:cNvSpPr/>
            <p:nvPr/>
          </p:nvSpPr>
          <p:spPr>
            <a:xfrm>
              <a:off x="3045640" y="5025976"/>
              <a:ext cx="315627" cy="233625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A7A82F81-C385-3ADF-F58A-8C288BF5A8DF}"/>
                </a:ext>
              </a:extLst>
            </p:cNvPr>
            <p:cNvSpPr/>
            <p:nvPr/>
          </p:nvSpPr>
          <p:spPr>
            <a:xfrm>
              <a:off x="2837108" y="5042670"/>
              <a:ext cx="315627" cy="233625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6DF09208-FFC0-69A3-7653-6688CF98BB1D}"/>
                </a:ext>
              </a:extLst>
            </p:cNvPr>
            <p:cNvSpPr/>
            <p:nvPr/>
          </p:nvSpPr>
          <p:spPr>
            <a:xfrm>
              <a:off x="3683068" y="5043740"/>
              <a:ext cx="781046" cy="203476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55FC3934-5BC1-981A-51EC-A5016A7E2A4B}"/>
                </a:ext>
              </a:extLst>
            </p:cNvPr>
            <p:cNvSpPr/>
            <p:nvPr/>
          </p:nvSpPr>
          <p:spPr>
            <a:xfrm>
              <a:off x="4116635" y="4478303"/>
              <a:ext cx="347479" cy="61112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F82876EC-A819-2B22-04AA-2EE63B5C977F}"/>
                </a:ext>
              </a:extLst>
            </p:cNvPr>
            <p:cNvSpPr/>
            <p:nvPr/>
          </p:nvSpPr>
          <p:spPr>
            <a:xfrm>
              <a:off x="4143419" y="4972660"/>
              <a:ext cx="347479" cy="207780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CFA974A5-284D-7F9B-8C81-4C34EA5768FB}"/>
                </a:ext>
              </a:extLst>
            </p:cNvPr>
            <p:cNvSpPr/>
            <p:nvPr/>
          </p:nvSpPr>
          <p:spPr>
            <a:xfrm>
              <a:off x="3681979" y="4482072"/>
              <a:ext cx="347479" cy="61112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3C5272E9-F932-A839-A727-0AF5DC525093}"/>
                </a:ext>
              </a:extLst>
            </p:cNvPr>
            <p:cNvSpPr/>
            <p:nvPr/>
          </p:nvSpPr>
          <p:spPr>
            <a:xfrm>
              <a:off x="3754533" y="3781206"/>
              <a:ext cx="275605" cy="745559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3F2796ED-21CC-B7AB-31CE-1F4EEA91D7AD}"/>
                </a:ext>
              </a:extLst>
            </p:cNvPr>
            <p:cNvSpPr/>
            <p:nvPr/>
          </p:nvSpPr>
          <p:spPr>
            <a:xfrm>
              <a:off x="4123727" y="3762358"/>
              <a:ext cx="275605" cy="745559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6AC5E3CE-7916-714D-7C35-3B1E0BD4203D}"/>
                </a:ext>
              </a:extLst>
            </p:cNvPr>
            <p:cNvSpPr/>
            <p:nvPr/>
          </p:nvSpPr>
          <p:spPr>
            <a:xfrm rot="16200000">
              <a:off x="3982225" y="4227728"/>
              <a:ext cx="194502" cy="31436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74029F92-25D9-207B-6F1A-396DF59F2615}"/>
                </a:ext>
              </a:extLst>
            </p:cNvPr>
            <p:cNvSpPr/>
            <p:nvPr/>
          </p:nvSpPr>
          <p:spPr>
            <a:xfrm rot="16200000">
              <a:off x="4000564" y="3721270"/>
              <a:ext cx="194496" cy="31436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3C69642D-535B-138C-792A-732160CE18C7}"/>
                </a:ext>
              </a:extLst>
            </p:cNvPr>
            <p:cNvSpPr/>
            <p:nvPr/>
          </p:nvSpPr>
          <p:spPr>
            <a:xfrm>
              <a:off x="3699712" y="3781206"/>
              <a:ext cx="99865" cy="561386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81E559AB-4CF1-015C-BC24-2CEA7A32751E}"/>
                </a:ext>
              </a:extLst>
            </p:cNvPr>
            <p:cNvSpPr/>
            <p:nvPr/>
          </p:nvSpPr>
          <p:spPr>
            <a:xfrm>
              <a:off x="4378109" y="3784976"/>
              <a:ext cx="99865" cy="476836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9890AE0F-636A-A452-5C74-4C5683A96EDC}"/>
                </a:ext>
              </a:extLst>
            </p:cNvPr>
            <p:cNvSpPr/>
            <p:nvPr/>
          </p:nvSpPr>
          <p:spPr>
            <a:xfrm rot="19849759">
              <a:off x="4302885" y="4226045"/>
              <a:ext cx="191746" cy="116855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545BCDE3-D0FB-A74F-8C09-DA3B344D9C95}"/>
                </a:ext>
              </a:extLst>
            </p:cNvPr>
            <p:cNvSpPr/>
            <p:nvPr/>
          </p:nvSpPr>
          <p:spPr>
            <a:xfrm rot="19130696">
              <a:off x="3706308" y="4381675"/>
              <a:ext cx="191746" cy="116855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F7006D50-A618-F0C7-3992-71659F92917B}"/>
                </a:ext>
              </a:extLst>
            </p:cNvPr>
            <p:cNvSpPr/>
            <p:nvPr/>
          </p:nvSpPr>
          <p:spPr>
            <a:xfrm rot="19130696">
              <a:off x="3942112" y="4385444"/>
              <a:ext cx="191746" cy="116855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64B55711-FCB3-73A6-C3DC-8C182C9993E5}"/>
                </a:ext>
              </a:extLst>
            </p:cNvPr>
            <p:cNvSpPr/>
            <p:nvPr/>
          </p:nvSpPr>
          <p:spPr>
            <a:xfrm rot="2433040">
              <a:off x="4262004" y="4395675"/>
              <a:ext cx="191746" cy="116855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61A0C47D-A84A-67FD-B437-6CB9AF8EBA3B}"/>
                </a:ext>
              </a:extLst>
            </p:cNvPr>
            <p:cNvSpPr/>
            <p:nvPr/>
          </p:nvSpPr>
          <p:spPr>
            <a:xfrm rot="5400000">
              <a:off x="3587081" y="4078056"/>
              <a:ext cx="308828" cy="116855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39EE3557-AE17-57E9-5945-B27995493E9A}"/>
                </a:ext>
              </a:extLst>
            </p:cNvPr>
            <p:cNvSpPr/>
            <p:nvPr/>
          </p:nvSpPr>
          <p:spPr>
            <a:xfrm>
              <a:off x="4581354" y="3740278"/>
              <a:ext cx="293629" cy="1529635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0E457D01-E640-CD3F-EB81-CF14052C92D0}"/>
                </a:ext>
              </a:extLst>
            </p:cNvPr>
            <p:cNvSpPr/>
            <p:nvPr/>
          </p:nvSpPr>
          <p:spPr>
            <a:xfrm>
              <a:off x="4975743" y="3661831"/>
              <a:ext cx="331516" cy="1675939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F1DAB4C7-52A7-731A-E95D-DAD0E337CAD9}"/>
                </a:ext>
              </a:extLst>
            </p:cNvPr>
            <p:cNvSpPr/>
            <p:nvPr/>
          </p:nvSpPr>
          <p:spPr>
            <a:xfrm rot="490400">
              <a:off x="4594009" y="5109340"/>
              <a:ext cx="724179" cy="235391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AFB8FD42-4EF4-0C46-FFA4-70C33D58F05A}"/>
                </a:ext>
              </a:extLst>
            </p:cNvPr>
            <p:cNvSpPr/>
            <p:nvPr/>
          </p:nvSpPr>
          <p:spPr>
            <a:xfrm rot="21232434">
              <a:off x="4594719" y="3666446"/>
              <a:ext cx="656099" cy="200921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B0AFB14C-8830-1270-5F43-F3B096350AEB}"/>
                </a:ext>
              </a:extLst>
            </p:cNvPr>
            <p:cNvSpPr/>
            <p:nvPr/>
          </p:nvSpPr>
          <p:spPr>
            <a:xfrm rot="21232434">
              <a:off x="4949749" y="3706504"/>
              <a:ext cx="125697" cy="200921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E7B79095-4ACB-2B23-1E01-7C301F5BDD8A}"/>
                </a:ext>
              </a:extLst>
            </p:cNvPr>
            <p:cNvSpPr/>
            <p:nvPr/>
          </p:nvSpPr>
          <p:spPr>
            <a:xfrm>
              <a:off x="5428046" y="3591981"/>
              <a:ext cx="285248" cy="1853144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1CC0E044-C86F-E35F-CB47-1CF5BC08759A}"/>
                </a:ext>
              </a:extLst>
            </p:cNvPr>
            <p:cNvSpPr/>
            <p:nvPr/>
          </p:nvSpPr>
          <p:spPr>
            <a:xfrm>
              <a:off x="5809891" y="3464981"/>
              <a:ext cx="343448" cy="2081744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304FC3CB-0921-0755-E954-A1108AE52302}"/>
                </a:ext>
              </a:extLst>
            </p:cNvPr>
            <p:cNvSpPr/>
            <p:nvPr/>
          </p:nvSpPr>
          <p:spPr>
            <a:xfrm rot="986551">
              <a:off x="5457769" y="5344111"/>
              <a:ext cx="713552" cy="19771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DB61E611-94FC-72A4-FE6C-6DD4D5AA0504}"/>
                </a:ext>
              </a:extLst>
            </p:cNvPr>
            <p:cNvSpPr/>
            <p:nvPr/>
          </p:nvSpPr>
          <p:spPr>
            <a:xfrm rot="20544933">
              <a:off x="5753728" y="5260166"/>
              <a:ext cx="323422" cy="19771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4E2A3266-1FDF-4B0F-7A1C-C60CD6CDC089}"/>
                </a:ext>
              </a:extLst>
            </p:cNvPr>
            <p:cNvSpPr/>
            <p:nvPr/>
          </p:nvSpPr>
          <p:spPr>
            <a:xfrm>
              <a:off x="6119323" y="5422569"/>
              <a:ext cx="68032" cy="197717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62D8C176-4FF9-99CA-E216-6F6612A8B9EB}"/>
                </a:ext>
              </a:extLst>
            </p:cNvPr>
            <p:cNvSpPr/>
            <p:nvPr/>
          </p:nvSpPr>
          <p:spPr>
            <a:xfrm>
              <a:off x="5686821" y="3494361"/>
              <a:ext cx="284879" cy="233625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7AC029B5-BB2A-E561-D24D-05AC20FCE1E7}"/>
                </a:ext>
              </a:extLst>
            </p:cNvPr>
            <p:cNvSpPr/>
            <p:nvPr/>
          </p:nvSpPr>
          <p:spPr>
            <a:xfrm rot="20545302">
              <a:off x="5447577" y="3489497"/>
              <a:ext cx="664779" cy="187164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BF3E1AA4-98E7-2C81-443D-16B8B64BFB7D}"/>
                </a:ext>
              </a:extLst>
            </p:cNvPr>
            <p:cNvSpPr/>
            <p:nvPr/>
          </p:nvSpPr>
          <p:spPr>
            <a:xfrm rot="20545302" flipH="1">
              <a:off x="5779387" y="3614004"/>
              <a:ext cx="159765" cy="187164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5FA7CD4A-99BB-932B-847B-9EB07BA3AF28}"/>
                </a:ext>
              </a:extLst>
            </p:cNvPr>
            <p:cNvSpPr/>
            <p:nvPr/>
          </p:nvSpPr>
          <p:spPr>
            <a:xfrm rot="2265784" flipH="1" flipV="1">
              <a:off x="6044084" y="3423382"/>
              <a:ext cx="88837" cy="97070"/>
            </a:xfrm>
            <a:prstGeom prst="rect">
              <a:avLst/>
            </a:prstGeom>
            <a:solidFill>
              <a:srgbClr val="45B2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462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4F427-322F-3FC4-14BA-D40EFD09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220292D-8F15-8D1A-3A39-9F4A5DCA7541}"/>
              </a:ext>
            </a:extLst>
          </p:cNvPr>
          <p:cNvGrpSpPr/>
          <p:nvPr/>
        </p:nvGrpSpPr>
        <p:grpSpPr>
          <a:xfrm>
            <a:off x="332431" y="385697"/>
            <a:ext cx="2153133" cy="2609559"/>
            <a:chOff x="414812" y="565441"/>
            <a:chExt cx="1613373" cy="2609559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D42B7FF9-2FD5-4650-E9EA-7BF4223FBC21}"/>
                </a:ext>
              </a:extLst>
            </p:cNvPr>
            <p:cNvSpPr/>
            <p:nvPr/>
          </p:nvSpPr>
          <p:spPr>
            <a:xfrm>
              <a:off x="414812" y="565441"/>
              <a:ext cx="1380122" cy="2609559"/>
            </a:xfrm>
            <a:prstGeom prst="rect">
              <a:avLst/>
            </a:prstGeom>
            <a:ln w="825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AEF6265F-469A-512D-2630-DB2FAA847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1651" y="1536819"/>
              <a:ext cx="1235413" cy="529048"/>
            </a:xfrm>
            <a:prstGeom prst="rect">
              <a:avLst/>
            </a:prstGeom>
          </p:spPr>
        </p:pic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44E6C377-EE1E-EF82-0052-1159E3793F67}"/>
                </a:ext>
              </a:extLst>
            </p:cNvPr>
            <p:cNvSpPr txBox="1"/>
            <p:nvPr/>
          </p:nvSpPr>
          <p:spPr>
            <a:xfrm>
              <a:off x="414812" y="1106005"/>
              <a:ext cx="1526572" cy="369332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2303740"/>
                </a:avLst>
              </a:prstTxWarp>
              <a:spAutoFit/>
            </a:bodyPr>
            <a:lstStyle/>
            <a:p>
              <a:r>
                <a:rPr lang="en-US" b="1" dirty="0"/>
                <a:t>COLLECTION</a:t>
              </a: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612DAABF-A5FB-4B61-8CB5-622048E70DBF}"/>
                </a:ext>
              </a:extLst>
            </p:cNvPr>
            <p:cNvSpPr txBox="1"/>
            <p:nvPr/>
          </p:nvSpPr>
          <p:spPr>
            <a:xfrm rot="236252">
              <a:off x="585854" y="2224912"/>
              <a:ext cx="1442331" cy="369332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2899939"/>
                </a:avLst>
              </a:prstTxWarp>
              <a:spAutoFit/>
            </a:bodyPr>
            <a:lstStyle/>
            <a:p>
              <a:r>
                <a:rPr lang="en-US" b="1" dirty="0"/>
                <a:t>FOLDER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1237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FA2B8-BF6F-BD40-7B9B-1BEF86F8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0ACDCAC-5D92-A996-EC7B-7785D88C0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" y="120650"/>
            <a:ext cx="7274241" cy="972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0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90540</TotalTime>
  <Words>24</Words>
  <Application>Microsoft Macintosh PowerPoint</Application>
  <PresentationFormat>Custom</PresentationFormat>
  <Paragraphs>17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Shapton</dc:creator>
  <cp:lastModifiedBy>Andrew Shapton</cp:lastModifiedBy>
  <cp:revision>1</cp:revision>
  <cp:lastPrinted>2025-09-15T19:01:21Z</cp:lastPrinted>
  <dcterms:created xsi:type="dcterms:W3CDTF">2025-07-26T20:04:53Z</dcterms:created>
  <dcterms:modified xsi:type="dcterms:W3CDTF">2025-09-27T17:05:26Z</dcterms:modified>
</cp:coreProperties>
</file>